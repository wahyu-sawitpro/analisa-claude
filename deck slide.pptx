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Plus Jakarta Sans ExtraBold"/>
      <p:bold r:id="rId40"/>
      <p:boldItalic r:id="rId41"/>
    </p:embeddedFont>
    <p:embeddedFont>
      <p:font typeface="Roboto"/>
      <p:regular r:id="rId42"/>
      <p:bold r:id="rId43"/>
      <p:italic r:id="rId44"/>
      <p:boldItalic r:id="rId45"/>
    </p:embeddedFont>
    <p:embeddedFont>
      <p:font typeface="Plus Jakarta Sans"/>
      <p:regular r:id="rId46"/>
      <p:bold r:id="rId47"/>
      <p:italic r:id="rId48"/>
      <p:boldItalic r:id="rId49"/>
    </p:embeddedFont>
    <p:embeddedFont>
      <p:font typeface="Fira Sans Extra Condensed Medium"/>
      <p:regular r:id="rId50"/>
      <p:bold r:id="rId51"/>
      <p:italic r:id="rId52"/>
      <p:boldItalic r:id="rId53"/>
    </p:embeddedFont>
    <p:embeddedFont>
      <p:font typeface="Plus Jakarta Sans SemiBold"/>
      <p:regular r:id="rId54"/>
      <p:bold r:id="rId55"/>
      <p:italic r:id="rId56"/>
      <p:boldItalic r:id="rId57"/>
    </p:embeddedFont>
    <p:embeddedFont>
      <p:font typeface="Plus Jakarta Sans Medium"/>
      <p:regular r:id="rId58"/>
      <p:bold r:id="rId59"/>
      <p:italic r:id="rId60"/>
      <p:boldItalic r:id="rId61"/>
    </p:embeddedFont>
    <p:embeddedFont>
      <p:font typeface="Plus Jakarta Sans Light"/>
      <p:regular r:id="rId62"/>
      <p:bold r:id="rId63"/>
      <p:italic r:id="rId64"/>
      <p:boldItalic r:id="rId65"/>
    </p:embeddedFont>
    <p:embeddedFont>
      <p:font typeface="Helvetica Neue Light"/>
      <p:regular r:id="rId66"/>
      <p:bold r:id="rId67"/>
      <p:italic r:id="rId68"/>
      <p:boldItalic r:id="rId69"/>
    </p:embeddedFont>
    <p:embeddedFont>
      <p:font typeface="Fira Sans Extra Condensed"/>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rya Rosar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ExtraBold-bold.fntdata"/><Relationship Id="rId42" Type="http://schemas.openxmlformats.org/officeDocument/2006/relationships/font" Target="fonts/Roboto-regular.fntdata"/><Relationship Id="rId41" Type="http://schemas.openxmlformats.org/officeDocument/2006/relationships/font" Target="fonts/PlusJakartaSansExtraBold-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PlusJakartaSans-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PlusJakartaSans-italic.fntdata"/><Relationship Id="rId47" Type="http://schemas.openxmlformats.org/officeDocument/2006/relationships/font" Target="fonts/PlusJakartaSans-bold.fntdata"/><Relationship Id="rId49" Type="http://schemas.openxmlformats.org/officeDocument/2006/relationships/font" Target="fonts/PlusJakarta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FiraSansExtraCondensed-boldItalic.fntdata"/><Relationship Id="rId72" Type="http://schemas.openxmlformats.org/officeDocument/2006/relationships/font" Target="fonts/FiraSansExtraCondense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FiraSansExtraCondensed-bold.fntdata"/><Relationship Id="rId70" Type="http://schemas.openxmlformats.org/officeDocument/2006/relationships/font" Target="fonts/FiraSansExtraCondensed-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lusJakartaSansLight-regular.fntdata"/><Relationship Id="rId61" Type="http://schemas.openxmlformats.org/officeDocument/2006/relationships/font" Target="fonts/PlusJakartaSansMedium-boldItalic.fntdata"/><Relationship Id="rId20" Type="http://schemas.openxmlformats.org/officeDocument/2006/relationships/slide" Target="slides/slide14.xml"/><Relationship Id="rId64" Type="http://schemas.openxmlformats.org/officeDocument/2006/relationships/font" Target="fonts/PlusJakartaSansLight-italic.fntdata"/><Relationship Id="rId63" Type="http://schemas.openxmlformats.org/officeDocument/2006/relationships/font" Target="fonts/PlusJakartaSansLight-bold.fntdata"/><Relationship Id="rId22" Type="http://schemas.openxmlformats.org/officeDocument/2006/relationships/slide" Target="slides/slide16.xml"/><Relationship Id="rId66" Type="http://schemas.openxmlformats.org/officeDocument/2006/relationships/font" Target="fonts/HelveticaNeueLight-regular.fntdata"/><Relationship Id="rId21" Type="http://schemas.openxmlformats.org/officeDocument/2006/relationships/slide" Target="slides/slide15.xml"/><Relationship Id="rId65" Type="http://schemas.openxmlformats.org/officeDocument/2006/relationships/font" Target="fonts/PlusJakartaSansLight-boldItalic.fntdata"/><Relationship Id="rId24" Type="http://schemas.openxmlformats.org/officeDocument/2006/relationships/slide" Target="slides/slide18.xml"/><Relationship Id="rId68" Type="http://schemas.openxmlformats.org/officeDocument/2006/relationships/font" Target="fonts/HelveticaNeueLight-italic.fntdata"/><Relationship Id="rId23" Type="http://schemas.openxmlformats.org/officeDocument/2006/relationships/slide" Target="slides/slide17.xml"/><Relationship Id="rId67" Type="http://schemas.openxmlformats.org/officeDocument/2006/relationships/font" Target="fonts/HelveticaNeueLight-bold.fntdata"/><Relationship Id="rId60" Type="http://schemas.openxmlformats.org/officeDocument/2006/relationships/font" Target="fonts/PlusJakartaSansMedium-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Light-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FiraSansExtraCondensedMedium-bold.fntdata"/><Relationship Id="rId50" Type="http://schemas.openxmlformats.org/officeDocument/2006/relationships/font" Target="fonts/FiraSansExtraCondensedMedium-regular.fntdata"/><Relationship Id="rId53" Type="http://schemas.openxmlformats.org/officeDocument/2006/relationships/font" Target="fonts/FiraSansExtraCondensedMedium-boldItalic.fntdata"/><Relationship Id="rId52" Type="http://schemas.openxmlformats.org/officeDocument/2006/relationships/font" Target="fonts/FiraSansExtraCondensedMedium-italic.fntdata"/><Relationship Id="rId11" Type="http://schemas.openxmlformats.org/officeDocument/2006/relationships/slide" Target="slides/slide5.xml"/><Relationship Id="rId55" Type="http://schemas.openxmlformats.org/officeDocument/2006/relationships/font" Target="fonts/PlusJakartaSansSemiBold-bold.fntdata"/><Relationship Id="rId10" Type="http://schemas.openxmlformats.org/officeDocument/2006/relationships/slide" Target="slides/slide4.xml"/><Relationship Id="rId54" Type="http://schemas.openxmlformats.org/officeDocument/2006/relationships/font" Target="fonts/PlusJakartaSansSemiBold-regular.fntdata"/><Relationship Id="rId13" Type="http://schemas.openxmlformats.org/officeDocument/2006/relationships/slide" Target="slides/slide7.xml"/><Relationship Id="rId57" Type="http://schemas.openxmlformats.org/officeDocument/2006/relationships/font" Target="fonts/PlusJakartaSansSemiBold-boldItalic.fntdata"/><Relationship Id="rId12" Type="http://schemas.openxmlformats.org/officeDocument/2006/relationships/slide" Target="slides/slide6.xml"/><Relationship Id="rId56" Type="http://schemas.openxmlformats.org/officeDocument/2006/relationships/font" Target="fonts/PlusJakartaSansSemiBold-italic.fntdata"/><Relationship Id="rId15" Type="http://schemas.openxmlformats.org/officeDocument/2006/relationships/slide" Target="slides/slide9.xml"/><Relationship Id="rId59" Type="http://schemas.openxmlformats.org/officeDocument/2006/relationships/font" Target="fonts/PlusJakartaSansMedium-bold.fntdata"/><Relationship Id="rId14" Type="http://schemas.openxmlformats.org/officeDocument/2006/relationships/slide" Target="slides/slide8.xml"/><Relationship Id="rId58" Type="http://schemas.openxmlformats.org/officeDocument/2006/relationships/font" Target="fonts/PlusJakartaSansMedium-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8T01:29:05.432">
    <p:pos x="6000" y="0"/>
    <p:text>footer ini terlihat kurang tajam. dan sebelah kanan ganti dengan "Copyright@SawitPRO etc"</p:text>
  </p:cm>
  <p:cm authorId="0" idx="2" dt="2026-10-08T01:29:44.607">
    <p:pos x="6000" y="100"/>
    <p:text>buat apa ada logo for internal use only? sdh jelas ini copyright sawitpro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6062812d8919aa0f_2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6062812d8919aa0f_2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6062812d8919aa0f_2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h6062812d8919aa0f_2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6062812d8919aa0f_2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6062812d8919aa0f_2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6062812d8919aa0f_2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6062812d8919aa0f_2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6062812d8919aa0f_2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6062812d8919aa0f_2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6062812d8919aa0f_2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h6062812d8919aa0f_2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6062812d8919aa0f_2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h6062812d8919aa0f_2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6062812d8919aa0f_2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h6062812d8919aa0f_2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h6062812d8919aa0f_2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h6062812d8919aa0f_2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6062812d8919aa0f_2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h6062812d8919aa0f_2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h6062812d8919aa0f_2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h6062812d8919aa0f_2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6062812d8919aa0f_2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h6062812d8919aa0f_2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h6062812d8919aa0f_2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h6062812d8919aa0f_2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6062812d8919aa0f_2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h6062812d8919aa0f_2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6062812d8919aa0f_2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h6062812d8919aa0f_2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h6062812d8919aa0f_2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h6062812d8919aa0f_2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6062812d8919aa0f_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h6062812d8919aa0f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h6062812d8919aa0f_2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h6062812d8919aa0f_2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6062812d8919aa0f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h6062812d8919aa0f_2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6062812d8919aa0f_2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h6062812d8919aa0f_2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6062812d8919aa0f_2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h6062812d8919aa0f_2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h6062812d8919aa0f_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h6062812d8919aa0f_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h6062812d8919aa0f_2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h6062812d8919aa0f_2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6062812d8919aa0f_2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6062812d8919aa0f_2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6062812d8919aa0f_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h6062812d8919aa0f_2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h6062812d8919aa0f_2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h6062812d8919aa0f_2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3dce0050f53137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h3dce0050f53137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ha14dc4ae8233462_2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ha14dc4ae8233462_2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h6062812d8919aa0f_2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h6062812d8919aa0f_2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h1239d60b92daf49a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h1239d60b92daf49a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h1239d60b92daf49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h1239d60b92daf49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h1239d60b92daf49a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h1239d60b92daf49a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8">
  <p:cSld name="CUSTOM_17">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630450" y="920200"/>
            <a:ext cx="3057300" cy="84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Font typeface="Plus Jakarta Sans"/>
              <a:buNone/>
              <a:defRPr b="1">
                <a:latin typeface="Plus Jakarta Sans"/>
                <a:ea typeface="Plus Jakarta Sans"/>
                <a:cs typeface="Plus Jakarta Sans"/>
                <a:sym typeface="Plus Jakarta Sans"/>
              </a:defRPr>
            </a:lvl2pPr>
            <a:lvl3pPr lvl="2">
              <a:spcBef>
                <a:spcPts val="0"/>
              </a:spcBef>
              <a:spcAft>
                <a:spcPts val="0"/>
              </a:spcAft>
              <a:buSzPts val="1400"/>
              <a:buFont typeface="Plus Jakarta Sans"/>
              <a:buNone/>
              <a:defRPr b="1">
                <a:latin typeface="Plus Jakarta Sans"/>
                <a:ea typeface="Plus Jakarta Sans"/>
                <a:cs typeface="Plus Jakarta Sans"/>
                <a:sym typeface="Plus Jakarta Sans"/>
              </a:defRPr>
            </a:lvl3pPr>
            <a:lvl4pPr lvl="3">
              <a:spcBef>
                <a:spcPts val="0"/>
              </a:spcBef>
              <a:spcAft>
                <a:spcPts val="0"/>
              </a:spcAft>
              <a:buSzPts val="1400"/>
              <a:buFont typeface="Plus Jakarta Sans"/>
              <a:buNone/>
              <a:defRPr b="1">
                <a:latin typeface="Plus Jakarta Sans"/>
                <a:ea typeface="Plus Jakarta Sans"/>
                <a:cs typeface="Plus Jakarta Sans"/>
                <a:sym typeface="Plus Jakarta Sans"/>
              </a:defRPr>
            </a:lvl4pPr>
            <a:lvl5pPr lvl="4">
              <a:spcBef>
                <a:spcPts val="0"/>
              </a:spcBef>
              <a:spcAft>
                <a:spcPts val="0"/>
              </a:spcAft>
              <a:buSzPts val="1400"/>
              <a:buFont typeface="Plus Jakarta Sans"/>
              <a:buNone/>
              <a:defRPr b="1">
                <a:latin typeface="Plus Jakarta Sans"/>
                <a:ea typeface="Plus Jakarta Sans"/>
                <a:cs typeface="Plus Jakarta Sans"/>
                <a:sym typeface="Plus Jakarta Sans"/>
              </a:defRPr>
            </a:lvl5pPr>
            <a:lvl6pPr lvl="5">
              <a:spcBef>
                <a:spcPts val="0"/>
              </a:spcBef>
              <a:spcAft>
                <a:spcPts val="0"/>
              </a:spcAft>
              <a:buSzPts val="1400"/>
              <a:buFont typeface="Plus Jakarta Sans"/>
              <a:buNone/>
              <a:defRPr b="1">
                <a:latin typeface="Plus Jakarta Sans"/>
                <a:ea typeface="Plus Jakarta Sans"/>
                <a:cs typeface="Plus Jakarta Sans"/>
                <a:sym typeface="Plus Jakarta Sans"/>
              </a:defRPr>
            </a:lvl6pPr>
            <a:lvl7pPr lvl="6">
              <a:spcBef>
                <a:spcPts val="0"/>
              </a:spcBef>
              <a:spcAft>
                <a:spcPts val="0"/>
              </a:spcAft>
              <a:buSzPts val="1400"/>
              <a:buFont typeface="Plus Jakarta Sans"/>
              <a:buNone/>
              <a:defRPr b="1">
                <a:latin typeface="Plus Jakarta Sans"/>
                <a:ea typeface="Plus Jakarta Sans"/>
                <a:cs typeface="Plus Jakarta Sans"/>
                <a:sym typeface="Plus Jakarta Sans"/>
              </a:defRPr>
            </a:lvl7pPr>
            <a:lvl8pPr lvl="7">
              <a:spcBef>
                <a:spcPts val="0"/>
              </a:spcBef>
              <a:spcAft>
                <a:spcPts val="0"/>
              </a:spcAft>
              <a:buSzPts val="1400"/>
              <a:buFont typeface="Plus Jakarta Sans"/>
              <a:buNone/>
              <a:defRPr b="1">
                <a:latin typeface="Plus Jakarta Sans"/>
                <a:ea typeface="Plus Jakarta Sans"/>
                <a:cs typeface="Plus Jakarta Sans"/>
                <a:sym typeface="Plus Jakarta Sans"/>
              </a:defRPr>
            </a:lvl8pPr>
            <a:lvl9pPr lvl="8">
              <a:spcBef>
                <a:spcPts val="0"/>
              </a:spcBef>
              <a:spcAft>
                <a:spcPts val="0"/>
              </a:spcAft>
              <a:buSzPts val="1400"/>
              <a:buFont typeface="Plus Jakarta Sans"/>
              <a:buNone/>
              <a:defRPr b="1">
                <a:latin typeface="Plus Jakarta Sans"/>
                <a:ea typeface="Plus Jakarta Sans"/>
                <a:cs typeface="Plus Jakarta Sans"/>
                <a:sym typeface="Plus Jakarta Sans"/>
              </a:defRPr>
            </a:lvl9pPr>
          </a:lstStyle>
          <a:p/>
        </p:txBody>
      </p:sp>
      <p:sp>
        <p:nvSpPr>
          <p:cNvPr id="12" name="Google Shape;12;p2"/>
          <p:cNvSpPr txBox="1"/>
          <p:nvPr>
            <p:ph idx="1" type="subTitle"/>
          </p:nvPr>
        </p:nvSpPr>
        <p:spPr>
          <a:xfrm>
            <a:off x="4551025" y="956175"/>
            <a:ext cx="4109400" cy="1465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p:nvPr>
            <p:ph idx="2" type="pic"/>
          </p:nvPr>
        </p:nvSpPr>
        <p:spPr>
          <a:xfrm>
            <a:off x="747350" y="2502850"/>
            <a:ext cx="2526900" cy="1960200"/>
          </a:xfrm>
          <a:prstGeom prst="roundRect">
            <a:avLst>
              <a:gd fmla="val 16667" name="adj"/>
            </a:avLst>
          </a:prstGeom>
          <a:noFill/>
          <a:ln>
            <a:noFill/>
          </a:ln>
        </p:spPr>
      </p:sp>
      <p:sp>
        <p:nvSpPr>
          <p:cNvPr id="14" name="Google Shape;14;p2"/>
          <p:cNvSpPr/>
          <p:nvPr>
            <p:ph idx="3" type="pic"/>
          </p:nvPr>
        </p:nvSpPr>
        <p:spPr>
          <a:xfrm>
            <a:off x="6133525" y="2502850"/>
            <a:ext cx="2526900" cy="1960200"/>
          </a:xfrm>
          <a:prstGeom prst="roundRect">
            <a:avLst>
              <a:gd fmla="val 16667" name="adj"/>
            </a:avLst>
          </a:prstGeom>
          <a:noFill/>
          <a:ln>
            <a:noFill/>
          </a:ln>
        </p:spPr>
      </p:sp>
      <p:sp>
        <p:nvSpPr>
          <p:cNvPr id="15" name="Google Shape;15;p2"/>
          <p:cNvSpPr/>
          <p:nvPr>
            <p:ph idx="4" type="pic"/>
          </p:nvPr>
        </p:nvSpPr>
        <p:spPr>
          <a:xfrm>
            <a:off x="3471025" y="2502850"/>
            <a:ext cx="2526900" cy="1960200"/>
          </a:xfrm>
          <a:prstGeom prst="roundRect">
            <a:avLst>
              <a:gd fmla="val 16667" name="adj"/>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5">
    <p:spTree>
      <p:nvGrpSpPr>
        <p:cNvPr id="16" name="Shape 16"/>
        <p:cNvGrpSpPr/>
        <p:nvPr/>
      </p:nvGrpSpPr>
      <p:grpSpPr>
        <a:xfrm>
          <a:off x="0" y="0"/>
          <a:ext cx="0" cy="0"/>
          <a:chOff x="0" y="0"/>
          <a:chExt cx="0" cy="0"/>
        </a:xfrm>
      </p:grpSpPr>
      <p:sp>
        <p:nvSpPr>
          <p:cNvPr id="17" name="Google Shape;17;p3"/>
          <p:cNvSpPr txBox="1"/>
          <p:nvPr>
            <p:ph type="title"/>
          </p:nvPr>
        </p:nvSpPr>
        <p:spPr>
          <a:xfrm>
            <a:off x="603475" y="920200"/>
            <a:ext cx="3246300" cy="836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nvSpPr>
        <p:spPr>
          <a:xfrm>
            <a:off x="4802800" y="920200"/>
            <a:ext cx="3812700" cy="10611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19" name="Google Shape;19;p3"/>
          <p:cNvSpPr/>
          <p:nvPr/>
        </p:nvSpPr>
        <p:spPr>
          <a:xfrm>
            <a:off x="1618500" y="2592775"/>
            <a:ext cx="576576" cy="521478"/>
          </a:xfrm>
          <a:custGeom>
            <a:rect b="b" l="l" r="r" t="t"/>
            <a:pathLst>
              <a:path extrusionOk="0" h="21542" w="21508">
                <a:moveTo>
                  <a:pt x="21409" y="5972"/>
                </a:moveTo>
                <a:lnTo>
                  <a:pt x="19763" y="8186"/>
                </a:lnTo>
                <a:lnTo>
                  <a:pt x="18666" y="10220"/>
                </a:lnTo>
                <a:cubicBezTo>
                  <a:pt x="18473" y="10526"/>
                  <a:pt x="18266" y="10760"/>
                  <a:pt x="18029" y="10994"/>
                </a:cubicBezTo>
                <a:cubicBezTo>
                  <a:pt x="17732" y="11282"/>
                  <a:pt x="17421" y="11498"/>
                  <a:pt x="17080" y="11678"/>
                </a:cubicBezTo>
                <a:cubicBezTo>
                  <a:pt x="16887" y="11768"/>
                  <a:pt x="16680" y="11840"/>
                  <a:pt x="16472" y="11894"/>
                </a:cubicBezTo>
                <a:cubicBezTo>
                  <a:pt x="16472" y="11894"/>
                  <a:pt x="16472" y="11894"/>
                  <a:pt x="16457" y="11894"/>
                </a:cubicBezTo>
                <a:cubicBezTo>
                  <a:pt x="16264" y="11930"/>
                  <a:pt x="16087" y="11984"/>
                  <a:pt x="15879" y="11984"/>
                </a:cubicBezTo>
                <a:cubicBezTo>
                  <a:pt x="16087" y="11984"/>
                  <a:pt x="16279" y="11930"/>
                  <a:pt x="16472" y="11894"/>
                </a:cubicBezTo>
                <a:cubicBezTo>
                  <a:pt x="16472" y="11894"/>
                  <a:pt x="16472" y="11894"/>
                  <a:pt x="16487" y="11894"/>
                </a:cubicBezTo>
                <a:lnTo>
                  <a:pt x="17273" y="12848"/>
                </a:lnTo>
                <a:cubicBezTo>
                  <a:pt x="17273" y="12848"/>
                  <a:pt x="17273" y="12866"/>
                  <a:pt x="17287" y="12866"/>
                </a:cubicBezTo>
                <a:cubicBezTo>
                  <a:pt x="17539" y="13172"/>
                  <a:pt x="17717" y="13586"/>
                  <a:pt x="17717" y="14054"/>
                </a:cubicBezTo>
                <a:cubicBezTo>
                  <a:pt x="17717" y="14972"/>
                  <a:pt x="17110" y="15692"/>
                  <a:pt x="16368" y="15692"/>
                </a:cubicBezTo>
                <a:cubicBezTo>
                  <a:pt x="16294" y="15692"/>
                  <a:pt x="16220" y="15692"/>
                  <a:pt x="16131" y="15674"/>
                </a:cubicBezTo>
                <a:cubicBezTo>
                  <a:pt x="16146" y="15782"/>
                  <a:pt x="16146" y="15872"/>
                  <a:pt x="16146" y="15980"/>
                </a:cubicBezTo>
                <a:cubicBezTo>
                  <a:pt x="16146" y="16898"/>
                  <a:pt x="15538" y="17618"/>
                  <a:pt x="14797" y="17618"/>
                </a:cubicBezTo>
                <a:cubicBezTo>
                  <a:pt x="14708" y="17618"/>
                  <a:pt x="14619" y="17618"/>
                  <a:pt x="14545" y="17600"/>
                </a:cubicBezTo>
                <a:cubicBezTo>
                  <a:pt x="14545" y="17690"/>
                  <a:pt x="14560" y="17780"/>
                  <a:pt x="14560" y="17888"/>
                </a:cubicBezTo>
                <a:cubicBezTo>
                  <a:pt x="14560" y="18788"/>
                  <a:pt x="13952" y="19526"/>
                  <a:pt x="13211" y="19526"/>
                </a:cubicBezTo>
                <a:cubicBezTo>
                  <a:pt x="13136" y="19526"/>
                  <a:pt x="13062" y="19526"/>
                  <a:pt x="12973" y="19508"/>
                </a:cubicBezTo>
                <a:cubicBezTo>
                  <a:pt x="12988" y="19616"/>
                  <a:pt x="12988" y="19706"/>
                  <a:pt x="12988" y="19814"/>
                </a:cubicBezTo>
                <a:cubicBezTo>
                  <a:pt x="12988" y="20714"/>
                  <a:pt x="12395" y="21452"/>
                  <a:pt x="11639" y="21452"/>
                </a:cubicBezTo>
                <a:cubicBezTo>
                  <a:pt x="11254" y="21452"/>
                  <a:pt x="10898" y="21236"/>
                  <a:pt x="10646" y="20912"/>
                </a:cubicBezTo>
                <a:cubicBezTo>
                  <a:pt x="10616" y="20894"/>
                  <a:pt x="10601" y="20876"/>
                  <a:pt x="10587" y="20858"/>
                </a:cubicBezTo>
                <a:lnTo>
                  <a:pt x="9430" y="19436"/>
                </a:lnTo>
                <a:lnTo>
                  <a:pt x="8215" y="20912"/>
                </a:lnTo>
                <a:cubicBezTo>
                  <a:pt x="7977" y="21308"/>
                  <a:pt x="7607" y="21542"/>
                  <a:pt x="7177" y="21542"/>
                </a:cubicBezTo>
                <a:cubicBezTo>
                  <a:pt x="6450" y="21542"/>
                  <a:pt x="5887" y="20822"/>
                  <a:pt x="5887" y="19958"/>
                </a:cubicBezTo>
                <a:cubicBezTo>
                  <a:pt x="5887" y="19832"/>
                  <a:pt x="5887" y="19706"/>
                  <a:pt x="5917" y="19580"/>
                </a:cubicBezTo>
                <a:cubicBezTo>
                  <a:pt x="5813" y="19598"/>
                  <a:pt x="5709" y="19616"/>
                  <a:pt x="5590" y="19616"/>
                </a:cubicBezTo>
                <a:cubicBezTo>
                  <a:pt x="4864" y="19616"/>
                  <a:pt x="4301" y="18896"/>
                  <a:pt x="4301" y="18032"/>
                </a:cubicBezTo>
                <a:cubicBezTo>
                  <a:pt x="4301" y="17906"/>
                  <a:pt x="4301" y="17798"/>
                  <a:pt x="4330" y="17690"/>
                </a:cubicBezTo>
                <a:cubicBezTo>
                  <a:pt x="4227" y="17708"/>
                  <a:pt x="4123" y="17726"/>
                  <a:pt x="4004" y="17726"/>
                </a:cubicBezTo>
                <a:cubicBezTo>
                  <a:pt x="3278" y="17726"/>
                  <a:pt x="2714" y="17024"/>
                  <a:pt x="2714" y="16160"/>
                </a:cubicBezTo>
                <a:cubicBezTo>
                  <a:pt x="2714" y="16016"/>
                  <a:pt x="2714" y="15890"/>
                  <a:pt x="2744" y="15782"/>
                </a:cubicBezTo>
                <a:cubicBezTo>
                  <a:pt x="2655" y="15800"/>
                  <a:pt x="2566" y="15800"/>
                  <a:pt x="2477" y="15800"/>
                </a:cubicBezTo>
                <a:cubicBezTo>
                  <a:pt x="1751" y="15800"/>
                  <a:pt x="1173" y="15098"/>
                  <a:pt x="1173" y="14234"/>
                </a:cubicBezTo>
                <a:cubicBezTo>
                  <a:pt x="1173" y="13910"/>
                  <a:pt x="1262" y="13586"/>
                  <a:pt x="1410" y="13316"/>
                </a:cubicBezTo>
                <a:cubicBezTo>
                  <a:pt x="1410" y="13298"/>
                  <a:pt x="1410" y="13280"/>
                  <a:pt x="1425" y="13280"/>
                </a:cubicBezTo>
                <a:cubicBezTo>
                  <a:pt x="1439" y="13262"/>
                  <a:pt x="1484" y="13208"/>
                  <a:pt x="1514" y="13172"/>
                </a:cubicBezTo>
                <a:cubicBezTo>
                  <a:pt x="1543" y="13118"/>
                  <a:pt x="1573" y="13064"/>
                  <a:pt x="1617" y="13028"/>
                </a:cubicBezTo>
                <a:cubicBezTo>
                  <a:pt x="1958" y="12578"/>
                  <a:pt x="2522" y="11930"/>
                  <a:pt x="2907" y="11480"/>
                </a:cubicBezTo>
                <a:lnTo>
                  <a:pt x="135" y="8150"/>
                </a:lnTo>
                <a:cubicBezTo>
                  <a:pt x="1" y="7970"/>
                  <a:pt x="-43" y="7736"/>
                  <a:pt x="46" y="7610"/>
                </a:cubicBezTo>
                <a:cubicBezTo>
                  <a:pt x="165" y="7502"/>
                  <a:pt x="342" y="7538"/>
                  <a:pt x="491" y="7718"/>
                </a:cubicBezTo>
                <a:lnTo>
                  <a:pt x="3263" y="11048"/>
                </a:lnTo>
                <a:cubicBezTo>
                  <a:pt x="3485" y="10742"/>
                  <a:pt x="3826" y="10544"/>
                  <a:pt x="4212" y="10544"/>
                </a:cubicBezTo>
                <a:cubicBezTo>
                  <a:pt x="4938" y="10544"/>
                  <a:pt x="5502" y="11264"/>
                  <a:pt x="5502" y="12128"/>
                </a:cubicBezTo>
                <a:cubicBezTo>
                  <a:pt x="5502" y="12254"/>
                  <a:pt x="5502" y="12380"/>
                  <a:pt x="5472" y="12488"/>
                </a:cubicBezTo>
                <a:cubicBezTo>
                  <a:pt x="5561" y="12470"/>
                  <a:pt x="5650" y="12470"/>
                  <a:pt x="5739" y="12470"/>
                </a:cubicBezTo>
                <a:cubicBezTo>
                  <a:pt x="6465" y="12470"/>
                  <a:pt x="7043" y="13190"/>
                  <a:pt x="7043" y="14054"/>
                </a:cubicBezTo>
                <a:cubicBezTo>
                  <a:pt x="7043" y="14180"/>
                  <a:pt x="7043" y="14288"/>
                  <a:pt x="6999" y="14396"/>
                </a:cubicBezTo>
                <a:cubicBezTo>
                  <a:pt x="7117" y="14378"/>
                  <a:pt x="7221" y="14360"/>
                  <a:pt x="7325" y="14360"/>
                </a:cubicBezTo>
                <a:cubicBezTo>
                  <a:pt x="8051" y="14360"/>
                  <a:pt x="8630" y="15080"/>
                  <a:pt x="8630" y="15944"/>
                </a:cubicBezTo>
                <a:cubicBezTo>
                  <a:pt x="8630" y="16070"/>
                  <a:pt x="8630" y="16196"/>
                  <a:pt x="8585" y="16322"/>
                </a:cubicBezTo>
                <a:cubicBezTo>
                  <a:pt x="8704" y="16304"/>
                  <a:pt x="8808" y="16286"/>
                  <a:pt x="8911" y="16286"/>
                </a:cubicBezTo>
                <a:cubicBezTo>
                  <a:pt x="9638" y="16286"/>
                  <a:pt x="10216" y="17006"/>
                  <a:pt x="10216" y="17870"/>
                </a:cubicBezTo>
                <a:cubicBezTo>
                  <a:pt x="10216" y="18230"/>
                  <a:pt x="10112" y="18608"/>
                  <a:pt x="9934" y="18860"/>
                </a:cubicBezTo>
                <a:cubicBezTo>
                  <a:pt x="9934" y="18860"/>
                  <a:pt x="9934" y="18878"/>
                  <a:pt x="9905" y="18878"/>
                </a:cubicBezTo>
                <a:lnTo>
                  <a:pt x="9816" y="18986"/>
                </a:lnTo>
                <a:lnTo>
                  <a:pt x="11002" y="20426"/>
                </a:lnTo>
                <a:cubicBezTo>
                  <a:pt x="11165" y="20678"/>
                  <a:pt x="11402" y="20822"/>
                  <a:pt x="11698" y="20822"/>
                </a:cubicBezTo>
                <a:cubicBezTo>
                  <a:pt x="12173" y="20822"/>
                  <a:pt x="12543" y="20354"/>
                  <a:pt x="12543" y="19796"/>
                </a:cubicBezTo>
                <a:cubicBezTo>
                  <a:pt x="12543" y="19508"/>
                  <a:pt x="12454" y="19256"/>
                  <a:pt x="12306" y="19076"/>
                </a:cubicBezTo>
                <a:cubicBezTo>
                  <a:pt x="12247" y="19040"/>
                  <a:pt x="12217" y="18968"/>
                  <a:pt x="12173" y="18896"/>
                </a:cubicBezTo>
                <a:lnTo>
                  <a:pt x="11565" y="18176"/>
                </a:lnTo>
                <a:lnTo>
                  <a:pt x="10142" y="16430"/>
                </a:lnTo>
                <a:cubicBezTo>
                  <a:pt x="10053" y="16322"/>
                  <a:pt x="10053" y="16124"/>
                  <a:pt x="10142" y="16016"/>
                </a:cubicBezTo>
                <a:cubicBezTo>
                  <a:pt x="10231" y="15908"/>
                  <a:pt x="10394" y="15908"/>
                  <a:pt x="10483" y="16016"/>
                </a:cubicBezTo>
                <a:lnTo>
                  <a:pt x="11876" y="17708"/>
                </a:lnTo>
                <a:lnTo>
                  <a:pt x="12425" y="18392"/>
                </a:lnTo>
                <a:lnTo>
                  <a:pt x="12529" y="18518"/>
                </a:lnTo>
                <a:cubicBezTo>
                  <a:pt x="12692" y="18770"/>
                  <a:pt x="12944" y="18932"/>
                  <a:pt x="13225" y="18932"/>
                </a:cubicBezTo>
                <a:cubicBezTo>
                  <a:pt x="13715" y="18932"/>
                  <a:pt x="14085" y="18446"/>
                  <a:pt x="14085" y="17888"/>
                </a:cubicBezTo>
                <a:cubicBezTo>
                  <a:pt x="14085" y="17600"/>
                  <a:pt x="13996" y="17348"/>
                  <a:pt x="13833" y="17168"/>
                </a:cubicBezTo>
                <a:cubicBezTo>
                  <a:pt x="13804" y="17132"/>
                  <a:pt x="13759" y="17078"/>
                  <a:pt x="13729" y="17042"/>
                </a:cubicBezTo>
                <a:lnTo>
                  <a:pt x="13077" y="16268"/>
                </a:lnTo>
                <a:lnTo>
                  <a:pt x="11713" y="14594"/>
                </a:lnTo>
                <a:cubicBezTo>
                  <a:pt x="11624" y="14486"/>
                  <a:pt x="11624" y="14288"/>
                  <a:pt x="11713" y="14180"/>
                </a:cubicBezTo>
                <a:cubicBezTo>
                  <a:pt x="11802" y="14072"/>
                  <a:pt x="11965" y="14072"/>
                  <a:pt x="12054" y="14180"/>
                </a:cubicBezTo>
                <a:lnTo>
                  <a:pt x="13418" y="15854"/>
                </a:lnTo>
                <a:lnTo>
                  <a:pt x="13996" y="16538"/>
                </a:lnTo>
                <a:lnTo>
                  <a:pt x="14085" y="16646"/>
                </a:lnTo>
                <a:cubicBezTo>
                  <a:pt x="14248" y="16916"/>
                  <a:pt x="14485" y="17060"/>
                  <a:pt x="14782" y="17060"/>
                </a:cubicBezTo>
                <a:cubicBezTo>
                  <a:pt x="15256" y="17060"/>
                  <a:pt x="15627" y="16592"/>
                  <a:pt x="15627" y="16016"/>
                </a:cubicBezTo>
                <a:cubicBezTo>
                  <a:pt x="15627" y="15746"/>
                  <a:pt x="15538" y="15476"/>
                  <a:pt x="15390" y="15314"/>
                </a:cubicBezTo>
                <a:cubicBezTo>
                  <a:pt x="15331" y="15260"/>
                  <a:pt x="15301" y="15206"/>
                  <a:pt x="15256" y="15134"/>
                </a:cubicBezTo>
                <a:lnTo>
                  <a:pt x="13314" y="12776"/>
                </a:lnTo>
                <a:cubicBezTo>
                  <a:pt x="13225" y="12668"/>
                  <a:pt x="13225" y="12470"/>
                  <a:pt x="13314" y="12362"/>
                </a:cubicBezTo>
                <a:cubicBezTo>
                  <a:pt x="13403" y="12254"/>
                  <a:pt x="13566" y="12254"/>
                  <a:pt x="13655" y="12362"/>
                </a:cubicBezTo>
                <a:lnTo>
                  <a:pt x="15597" y="14720"/>
                </a:lnTo>
                <a:lnTo>
                  <a:pt x="15627" y="14774"/>
                </a:lnTo>
                <a:cubicBezTo>
                  <a:pt x="15790" y="15026"/>
                  <a:pt x="16042" y="15188"/>
                  <a:pt x="16324" y="15188"/>
                </a:cubicBezTo>
                <a:cubicBezTo>
                  <a:pt x="16813" y="15188"/>
                  <a:pt x="17184" y="14702"/>
                  <a:pt x="17184" y="14144"/>
                </a:cubicBezTo>
                <a:cubicBezTo>
                  <a:pt x="17184" y="13874"/>
                  <a:pt x="17110" y="13640"/>
                  <a:pt x="16976" y="13478"/>
                </a:cubicBezTo>
                <a:lnTo>
                  <a:pt x="14901" y="10958"/>
                </a:lnTo>
                <a:cubicBezTo>
                  <a:pt x="14886" y="10940"/>
                  <a:pt x="14871" y="10886"/>
                  <a:pt x="14856" y="10868"/>
                </a:cubicBezTo>
                <a:lnTo>
                  <a:pt x="11787" y="7142"/>
                </a:lnTo>
                <a:lnTo>
                  <a:pt x="11298" y="6566"/>
                </a:lnTo>
                <a:cubicBezTo>
                  <a:pt x="11268" y="6512"/>
                  <a:pt x="11254" y="6476"/>
                  <a:pt x="11224" y="6440"/>
                </a:cubicBezTo>
                <a:cubicBezTo>
                  <a:pt x="11224" y="6404"/>
                  <a:pt x="11209" y="6386"/>
                  <a:pt x="11209" y="6368"/>
                </a:cubicBezTo>
                <a:cubicBezTo>
                  <a:pt x="10957" y="5738"/>
                  <a:pt x="10394" y="5324"/>
                  <a:pt x="9771" y="5324"/>
                </a:cubicBezTo>
                <a:cubicBezTo>
                  <a:pt x="9401" y="5324"/>
                  <a:pt x="9030" y="5504"/>
                  <a:pt x="8748" y="5756"/>
                </a:cubicBezTo>
                <a:lnTo>
                  <a:pt x="8748" y="5792"/>
                </a:lnTo>
                <a:lnTo>
                  <a:pt x="8215" y="8618"/>
                </a:lnTo>
                <a:cubicBezTo>
                  <a:pt x="8215" y="8690"/>
                  <a:pt x="8200" y="8744"/>
                  <a:pt x="8170" y="8816"/>
                </a:cubicBezTo>
                <a:cubicBezTo>
                  <a:pt x="8007" y="9392"/>
                  <a:pt x="7533" y="9824"/>
                  <a:pt x="6984" y="9824"/>
                </a:cubicBezTo>
                <a:cubicBezTo>
                  <a:pt x="6302" y="9824"/>
                  <a:pt x="5754" y="9158"/>
                  <a:pt x="5754" y="8330"/>
                </a:cubicBezTo>
                <a:cubicBezTo>
                  <a:pt x="5754" y="8258"/>
                  <a:pt x="5754" y="8150"/>
                  <a:pt x="5768" y="8060"/>
                </a:cubicBezTo>
                <a:cubicBezTo>
                  <a:pt x="5768" y="8042"/>
                  <a:pt x="5768" y="7988"/>
                  <a:pt x="5798" y="7952"/>
                </a:cubicBezTo>
                <a:cubicBezTo>
                  <a:pt x="6095" y="6386"/>
                  <a:pt x="6984" y="1670"/>
                  <a:pt x="6984" y="1670"/>
                </a:cubicBezTo>
                <a:cubicBezTo>
                  <a:pt x="6999" y="1580"/>
                  <a:pt x="7043" y="1472"/>
                  <a:pt x="7073" y="1418"/>
                </a:cubicBezTo>
                <a:cubicBezTo>
                  <a:pt x="7251" y="806"/>
                  <a:pt x="7740" y="374"/>
                  <a:pt x="8303" y="374"/>
                </a:cubicBezTo>
                <a:cubicBezTo>
                  <a:pt x="8481" y="374"/>
                  <a:pt x="8644" y="410"/>
                  <a:pt x="8808" y="500"/>
                </a:cubicBezTo>
                <a:lnTo>
                  <a:pt x="14574" y="2066"/>
                </a:lnTo>
                <a:lnTo>
                  <a:pt x="16012" y="158"/>
                </a:lnTo>
                <a:cubicBezTo>
                  <a:pt x="16176" y="-40"/>
                  <a:pt x="16413" y="-58"/>
                  <a:pt x="16576" y="140"/>
                </a:cubicBezTo>
                <a:lnTo>
                  <a:pt x="21335" y="5378"/>
                </a:lnTo>
                <a:cubicBezTo>
                  <a:pt x="21542" y="5468"/>
                  <a:pt x="21557" y="5756"/>
                  <a:pt x="21409" y="5972"/>
                </a:cubicBezTo>
              </a:path>
            </a:pathLst>
          </a:custGeom>
          <a:solidFill>
            <a:srgbClr val="3C5337"/>
          </a:solidFill>
          <a:ln>
            <a:noFill/>
          </a:ln>
        </p:spPr>
        <p:txBody>
          <a:bodyPr anchorCtr="0" anchor="ctr" bIns="26325" lIns="18500" spcFirstLastPara="1" rIns="18500" wrap="square" tIns="26325">
            <a:noAutofit/>
          </a:bodyPr>
          <a:lstStyle/>
          <a:p>
            <a:pPr indent="0" lvl="0" marL="0" marR="0" rtl="0" algn="l">
              <a:lnSpc>
                <a:spcPct val="93000"/>
              </a:lnSpc>
              <a:spcBef>
                <a:spcPts val="0"/>
              </a:spcBef>
              <a:spcAft>
                <a:spcPts val="0"/>
              </a:spcAft>
              <a:buNone/>
            </a:pPr>
            <a:r>
              <a:t/>
            </a:r>
            <a:endParaRPr sz="1383">
              <a:solidFill>
                <a:srgbClr val="000000"/>
              </a:solidFill>
              <a:latin typeface="Arial"/>
              <a:ea typeface="Arial"/>
              <a:cs typeface="Arial"/>
              <a:sym typeface="Arial"/>
            </a:endParaRPr>
          </a:p>
        </p:txBody>
      </p:sp>
      <p:pic>
        <p:nvPicPr>
          <p:cNvPr id="20" name="Google Shape;20;p3"/>
          <p:cNvPicPr preferRelativeResize="0"/>
          <p:nvPr/>
        </p:nvPicPr>
        <p:blipFill>
          <a:blip r:embed="rId2">
            <a:alphaModFix/>
          </a:blip>
          <a:stretch>
            <a:fillRect/>
          </a:stretch>
        </p:blipFill>
        <p:spPr>
          <a:xfrm>
            <a:off x="4212300" y="2448874"/>
            <a:ext cx="719399" cy="719399"/>
          </a:xfrm>
          <a:prstGeom prst="rect">
            <a:avLst/>
          </a:prstGeom>
          <a:noFill/>
          <a:ln>
            <a:noFill/>
          </a:ln>
        </p:spPr>
      </p:pic>
      <p:pic>
        <p:nvPicPr>
          <p:cNvPr id="21" name="Google Shape;21;p3"/>
          <p:cNvPicPr preferRelativeResize="0"/>
          <p:nvPr/>
        </p:nvPicPr>
        <p:blipFill>
          <a:blip r:embed="rId3">
            <a:alphaModFix/>
          </a:blip>
          <a:stretch>
            <a:fillRect/>
          </a:stretch>
        </p:blipFill>
        <p:spPr>
          <a:xfrm>
            <a:off x="6550250" y="2466863"/>
            <a:ext cx="683449" cy="683425"/>
          </a:xfrm>
          <a:prstGeom prst="rect">
            <a:avLst/>
          </a:prstGeom>
          <a:noFill/>
          <a:ln>
            <a:noFill/>
          </a:ln>
        </p:spPr>
      </p:pic>
      <p:sp>
        <p:nvSpPr>
          <p:cNvPr id="22" name="Google Shape;22;p3"/>
          <p:cNvSpPr txBox="1"/>
          <p:nvPr>
            <p:ph idx="1" type="subTitle"/>
          </p:nvPr>
        </p:nvSpPr>
        <p:spPr>
          <a:xfrm>
            <a:off x="917688" y="3330100"/>
            <a:ext cx="1978200" cy="800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300"/>
              <a:buNone/>
              <a:defRPr sz="1300"/>
            </a:lvl1pPr>
            <a:lvl2pPr lvl="1" algn="ctr">
              <a:spcBef>
                <a:spcPts val="0"/>
              </a:spcBef>
              <a:spcAft>
                <a:spcPts val="0"/>
              </a:spcAft>
              <a:buSzPts val="900"/>
              <a:buNone/>
              <a:defRPr sz="900"/>
            </a:lvl2pPr>
            <a:lvl3pPr lvl="2" algn="ctr">
              <a:spcBef>
                <a:spcPts val="0"/>
              </a:spcBef>
              <a:spcAft>
                <a:spcPts val="0"/>
              </a:spcAft>
              <a:buSzPts val="900"/>
              <a:buNone/>
              <a:defRPr sz="900"/>
            </a:lvl3pPr>
            <a:lvl4pPr lvl="3" algn="ctr">
              <a:spcBef>
                <a:spcPts val="0"/>
              </a:spcBef>
              <a:spcAft>
                <a:spcPts val="0"/>
              </a:spcAft>
              <a:buSzPts val="900"/>
              <a:buNone/>
              <a:defRPr sz="900"/>
            </a:lvl4pPr>
            <a:lvl5pPr lvl="4" algn="ctr">
              <a:spcBef>
                <a:spcPts val="0"/>
              </a:spcBef>
              <a:spcAft>
                <a:spcPts val="0"/>
              </a:spcAft>
              <a:buSzPts val="900"/>
              <a:buNone/>
              <a:defRPr sz="900"/>
            </a:lvl5pPr>
            <a:lvl6pPr lvl="5" algn="ctr">
              <a:spcBef>
                <a:spcPts val="0"/>
              </a:spcBef>
              <a:spcAft>
                <a:spcPts val="0"/>
              </a:spcAft>
              <a:buSzPts val="900"/>
              <a:buNone/>
              <a:defRPr sz="900"/>
            </a:lvl6pPr>
            <a:lvl7pPr lvl="6" algn="ctr">
              <a:spcBef>
                <a:spcPts val="0"/>
              </a:spcBef>
              <a:spcAft>
                <a:spcPts val="0"/>
              </a:spcAft>
              <a:buSzPts val="900"/>
              <a:buNone/>
              <a:defRPr sz="900"/>
            </a:lvl7pPr>
            <a:lvl8pPr lvl="7" algn="ctr">
              <a:spcBef>
                <a:spcPts val="0"/>
              </a:spcBef>
              <a:spcAft>
                <a:spcPts val="0"/>
              </a:spcAft>
              <a:buSzPts val="900"/>
              <a:buNone/>
              <a:defRPr sz="900"/>
            </a:lvl8pPr>
            <a:lvl9pPr lvl="8" algn="ctr">
              <a:spcBef>
                <a:spcPts val="0"/>
              </a:spcBef>
              <a:spcAft>
                <a:spcPts val="0"/>
              </a:spcAft>
              <a:buSzPts val="900"/>
              <a:buNone/>
              <a:defRPr sz="900"/>
            </a:lvl9pPr>
          </a:lstStyle>
          <a:p/>
        </p:txBody>
      </p:sp>
      <p:sp>
        <p:nvSpPr>
          <p:cNvPr id="23" name="Google Shape;23;p3"/>
          <p:cNvSpPr txBox="1"/>
          <p:nvPr>
            <p:ph idx="2" type="subTitle"/>
          </p:nvPr>
        </p:nvSpPr>
        <p:spPr>
          <a:xfrm>
            <a:off x="5997113" y="3330100"/>
            <a:ext cx="1978200" cy="800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300"/>
              <a:buNone/>
              <a:defRPr sz="1300"/>
            </a:lvl1pPr>
            <a:lvl2pPr lvl="1" algn="ctr">
              <a:spcBef>
                <a:spcPts val="0"/>
              </a:spcBef>
              <a:spcAft>
                <a:spcPts val="0"/>
              </a:spcAft>
              <a:buSzPts val="900"/>
              <a:buNone/>
              <a:defRPr sz="900"/>
            </a:lvl2pPr>
            <a:lvl3pPr lvl="2" algn="ctr">
              <a:spcBef>
                <a:spcPts val="0"/>
              </a:spcBef>
              <a:spcAft>
                <a:spcPts val="0"/>
              </a:spcAft>
              <a:buSzPts val="900"/>
              <a:buNone/>
              <a:defRPr sz="900"/>
            </a:lvl3pPr>
            <a:lvl4pPr lvl="3" algn="ctr">
              <a:spcBef>
                <a:spcPts val="0"/>
              </a:spcBef>
              <a:spcAft>
                <a:spcPts val="0"/>
              </a:spcAft>
              <a:buSzPts val="900"/>
              <a:buNone/>
              <a:defRPr sz="900"/>
            </a:lvl4pPr>
            <a:lvl5pPr lvl="4" algn="ctr">
              <a:spcBef>
                <a:spcPts val="0"/>
              </a:spcBef>
              <a:spcAft>
                <a:spcPts val="0"/>
              </a:spcAft>
              <a:buSzPts val="900"/>
              <a:buNone/>
              <a:defRPr sz="900"/>
            </a:lvl5pPr>
            <a:lvl6pPr lvl="5" algn="ctr">
              <a:spcBef>
                <a:spcPts val="0"/>
              </a:spcBef>
              <a:spcAft>
                <a:spcPts val="0"/>
              </a:spcAft>
              <a:buSzPts val="900"/>
              <a:buNone/>
              <a:defRPr sz="900"/>
            </a:lvl6pPr>
            <a:lvl7pPr lvl="6" algn="ctr">
              <a:spcBef>
                <a:spcPts val="0"/>
              </a:spcBef>
              <a:spcAft>
                <a:spcPts val="0"/>
              </a:spcAft>
              <a:buSzPts val="900"/>
              <a:buNone/>
              <a:defRPr sz="900"/>
            </a:lvl7pPr>
            <a:lvl8pPr lvl="7" algn="ctr">
              <a:spcBef>
                <a:spcPts val="0"/>
              </a:spcBef>
              <a:spcAft>
                <a:spcPts val="0"/>
              </a:spcAft>
              <a:buSzPts val="900"/>
              <a:buNone/>
              <a:defRPr sz="900"/>
            </a:lvl8pPr>
            <a:lvl9pPr lvl="8" algn="ctr">
              <a:spcBef>
                <a:spcPts val="0"/>
              </a:spcBef>
              <a:spcAft>
                <a:spcPts val="0"/>
              </a:spcAft>
              <a:buSzPts val="900"/>
              <a:buNone/>
              <a:defRPr sz="900"/>
            </a:lvl9pPr>
          </a:lstStyle>
          <a:p/>
        </p:txBody>
      </p:sp>
      <p:sp>
        <p:nvSpPr>
          <p:cNvPr id="24" name="Google Shape;24;p3"/>
          <p:cNvSpPr txBox="1"/>
          <p:nvPr>
            <p:ph idx="3" type="subTitle"/>
          </p:nvPr>
        </p:nvSpPr>
        <p:spPr>
          <a:xfrm>
            <a:off x="3582888" y="3378600"/>
            <a:ext cx="1978200" cy="800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300"/>
              <a:buNone/>
              <a:defRPr sz="1300"/>
            </a:lvl1pPr>
            <a:lvl2pPr lvl="1" algn="ctr">
              <a:spcBef>
                <a:spcPts val="0"/>
              </a:spcBef>
              <a:spcAft>
                <a:spcPts val="0"/>
              </a:spcAft>
              <a:buSzPts val="900"/>
              <a:buNone/>
              <a:defRPr sz="900"/>
            </a:lvl2pPr>
            <a:lvl3pPr lvl="2" algn="ctr">
              <a:spcBef>
                <a:spcPts val="0"/>
              </a:spcBef>
              <a:spcAft>
                <a:spcPts val="0"/>
              </a:spcAft>
              <a:buSzPts val="900"/>
              <a:buNone/>
              <a:defRPr sz="900"/>
            </a:lvl3pPr>
            <a:lvl4pPr lvl="3" algn="ctr">
              <a:spcBef>
                <a:spcPts val="0"/>
              </a:spcBef>
              <a:spcAft>
                <a:spcPts val="0"/>
              </a:spcAft>
              <a:buSzPts val="900"/>
              <a:buNone/>
              <a:defRPr sz="900"/>
            </a:lvl4pPr>
            <a:lvl5pPr lvl="4" algn="ctr">
              <a:spcBef>
                <a:spcPts val="0"/>
              </a:spcBef>
              <a:spcAft>
                <a:spcPts val="0"/>
              </a:spcAft>
              <a:buSzPts val="900"/>
              <a:buNone/>
              <a:defRPr sz="900"/>
            </a:lvl5pPr>
            <a:lvl6pPr lvl="5" algn="ctr">
              <a:spcBef>
                <a:spcPts val="0"/>
              </a:spcBef>
              <a:spcAft>
                <a:spcPts val="0"/>
              </a:spcAft>
              <a:buSzPts val="900"/>
              <a:buNone/>
              <a:defRPr sz="900"/>
            </a:lvl6pPr>
            <a:lvl7pPr lvl="6" algn="ctr">
              <a:spcBef>
                <a:spcPts val="0"/>
              </a:spcBef>
              <a:spcAft>
                <a:spcPts val="0"/>
              </a:spcAft>
              <a:buSzPts val="900"/>
              <a:buNone/>
              <a:defRPr sz="900"/>
            </a:lvl7pPr>
            <a:lvl8pPr lvl="7" algn="ctr">
              <a:spcBef>
                <a:spcPts val="0"/>
              </a:spcBef>
              <a:spcAft>
                <a:spcPts val="0"/>
              </a:spcAft>
              <a:buSzPts val="900"/>
              <a:buNone/>
              <a:defRPr sz="900"/>
            </a:lvl8pPr>
            <a:lvl9pPr lvl="8" algn="ctr">
              <a:spcBef>
                <a:spcPts val="0"/>
              </a:spcBef>
              <a:spcAft>
                <a:spcPts val="0"/>
              </a:spcAft>
              <a:buSzPts val="900"/>
              <a:buNone/>
              <a:defRPr sz="9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p:cSld name="CUSTOM_33">
    <p:spTree>
      <p:nvGrpSpPr>
        <p:cNvPr id="25" name="Shape 25"/>
        <p:cNvGrpSpPr/>
        <p:nvPr/>
      </p:nvGrpSpPr>
      <p:grpSpPr>
        <a:xfrm>
          <a:off x="0" y="0"/>
          <a:ext cx="0" cy="0"/>
          <a:chOff x="0" y="0"/>
          <a:chExt cx="0" cy="0"/>
        </a:xfrm>
      </p:grpSpPr>
      <p:sp>
        <p:nvSpPr>
          <p:cNvPr id="26" name="Google Shape;26;p4"/>
          <p:cNvSpPr txBox="1"/>
          <p:nvPr>
            <p:ph type="title"/>
          </p:nvPr>
        </p:nvSpPr>
        <p:spPr>
          <a:xfrm>
            <a:off x="576500" y="929175"/>
            <a:ext cx="3138300" cy="836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1">
  <p:cSld name="CUSTOM_33_1">
    <p:spTree>
      <p:nvGrpSpPr>
        <p:cNvPr id="28" name="Shape 28"/>
        <p:cNvGrpSpPr/>
        <p:nvPr/>
      </p:nvGrpSpPr>
      <p:grpSpPr>
        <a:xfrm>
          <a:off x="0" y="0"/>
          <a:ext cx="0" cy="0"/>
          <a:chOff x="0" y="0"/>
          <a:chExt cx="0" cy="0"/>
        </a:xfrm>
      </p:grpSpPr>
      <p:sp>
        <p:nvSpPr>
          <p:cNvPr id="29" name="Google Shape;29;p5"/>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p:nvPr>
            <p:ph idx="2" type="pic"/>
          </p:nvPr>
        </p:nvSpPr>
        <p:spPr>
          <a:xfrm>
            <a:off x="585600" y="768725"/>
            <a:ext cx="4235100" cy="3973200"/>
          </a:xfrm>
          <a:prstGeom prst="rect">
            <a:avLst/>
          </a:prstGeom>
          <a:noFill/>
          <a:ln>
            <a:noFill/>
          </a:ln>
        </p:spPr>
      </p:sp>
      <p:sp>
        <p:nvSpPr>
          <p:cNvPr id="31" name="Google Shape;31;p5"/>
          <p:cNvSpPr/>
          <p:nvPr/>
        </p:nvSpPr>
        <p:spPr>
          <a:xfrm>
            <a:off x="3065850" y="2664550"/>
            <a:ext cx="2328900" cy="1951500"/>
          </a:xfrm>
          <a:prstGeom prst="roundRect">
            <a:avLst>
              <a:gd fmla="val 16667" name="adj"/>
            </a:avLst>
          </a:prstGeom>
          <a:solidFill>
            <a:srgbClr val="FCD10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2" name="Google Shape;32;p5"/>
          <p:cNvSpPr txBox="1"/>
          <p:nvPr>
            <p:ph idx="3" type="title"/>
          </p:nvPr>
        </p:nvSpPr>
        <p:spPr>
          <a:xfrm>
            <a:off x="828275" y="1028100"/>
            <a:ext cx="2652600" cy="1079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subTitle"/>
          </p:nvPr>
        </p:nvSpPr>
        <p:spPr>
          <a:xfrm>
            <a:off x="6092100" y="9410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nvSpPr>
        <p:spPr>
          <a:xfrm>
            <a:off x="6092100" y="1169075"/>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consetetua this sadipscing elitroma.</a:t>
            </a:r>
            <a:endParaRPr sz="1800">
              <a:solidFill>
                <a:schemeClr val="dk2"/>
              </a:solidFill>
              <a:latin typeface="Plus Jakarta Sans"/>
              <a:ea typeface="Plus Jakarta Sans"/>
              <a:cs typeface="Plus Jakarta Sans"/>
              <a:sym typeface="Plus Jakarta Sans"/>
            </a:endParaRPr>
          </a:p>
        </p:txBody>
      </p:sp>
      <p:sp>
        <p:nvSpPr>
          <p:cNvPr id="35" name="Google Shape;35;p5"/>
          <p:cNvSpPr txBox="1"/>
          <p:nvPr>
            <p:ph idx="4" type="subTitle"/>
          </p:nvPr>
        </p:nvSpPr>
        <p:spPr>
          <a:xfrm>
            <a:off x="6092100" y="17417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nvSpPr>
        <p:spPr>
          <a:xfrm>
            <a:off x="6092100" y="2107200"/>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consetetur this sadipscing elitroma.</a:t>
            </a:r>
            <a:endParaRPr sz="1800">
              <a:solidFill>
                <a:schemeClr val="dk2"/>
              </a:solidFill>
              <a:latin typeface="Plus Jakarta Sans"/>
              <a:ea typeface="Plus Jakarta Sans"/>
              <a:cs typeface="Plus Jakarta Sans"/>
              <a:sym typeface="Plus Jakarta Sans"/>
            </a:endParaRPr>
          </a:p>
        </p:txBody>
      </p:sp>
      <p:sp>
        <p:nvSpPr>
          <p:cNvPr id="37" name="Google Shape;37;p5"/>
          <p:cNvSpPr txBox="1"/>
          <p:nvPr>
            <p:ph idx="5" type="subTitle"/>
          </p:nvPr>
        </p:nvSpPr>
        <p:spPr>
          <a:xfrm>
            <a:off x="6092100" y="25424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nvSpPr>
        <p:spPr>
          <a:xfrm>
            <a:off x="6092100" y="2770475"/>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consetetur this sadipscing elitroma.</a:t>
            </a:r>
            <a:endParaRPr sz="1800">
              <a:solidFill>
                <a:schemeClr val="dk2"/>
              </a:solidFill>
              <a:latin typeface="Plus Jakarta Sans"/>
              <a:ea typeface="Plus Jakarta Sans"/>
              <a:cs typeface="Plus Jakarta Sans"/>
              <a:sym typeface="Plus Jakarta Sans"/>
            </a:endParaRPr>
          </a:p>
        </p:txBody>
      </p:sp>
      <p:sp>
        <p:nvSpPr>
          <p:cNvPr id="39" name="Google Shape;39;p5"/>
          <p:cNvSpPr txBox="1"/>
          <p:nvPr>
            <p:ph idx="6" type="subTitle"/>
          </p:nvPr>
        </p:nvSpPr>
        <p:spPr>
          <a:xfrm>
            <a:off x="6092100" y="33431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nvSpPr>
        <p:spPr>
          <a:xfrm>
            <a:off x="6092100" y="3571175"/>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consetetur this sadipscing elitroma.</a:t>
            </a:r>
            <a:endParaRPr sz="1800">
              <a:solidFill>
                <a:schemeClr val="dk2"/>
              </a:solidFill>
              <a:latin typeface="Plus Jakarta Sans"/>
              <a:ea typeface="Plus Jakarta Sans"/>
              <a:cs typeface="Plus Jakarta Sans"/>
              <a:sym typeface="Plus Jakarta Sans"/>
            </a:endParaRPr>
          </a:p>
        </p:txBody>
      </p:sp>
      <p:pic>
        <p:nvPicPr>
          <p:cNvPr id="41" name="Google Shape;41;p5"/>
          <p:cNvPicPr preferRelativeResize="0"/>
          <p:nvPr/>
        </p:nvPicPr>
        <p:blipFill>
          <a:blip r:embed="rId2">
            <a:alphaModFix/>
          </a:blip>
          <a:stretch>
            <a:fillRect/>
          </a:stretch>
        </p:blipFill>
        <p:spPr>
          <a:xfrm>
            <a:off x="5561826" y="1111527"/>
            <a:ext cx="494021" cy="494024"/>
          </a:xfrm>
          <a:prstGeom prst="rect">
            <a:avLst/>
          </a:prstGeom>
          <a:noFill/>
          <a:ln>
            <a:noFill/>
          </a:ln>
        </p:spPr>
      </p:pic>
      <p:pic>
        <p:nvPicPr>
          <p:cNvPr id="42" name="Google Shape;42;p5"/>
          <p:cNvPicPr preferRelativeResize="0"/>
          <p:nvPr/>
        </p:nvPicPr>
        <p:blipFill>
          <a:blip r:embed="rId3">
            <a:alphaModFix/>
          </a:blip>
          <a:stretch>
            <a:fillRect/>
          </a:stretch>
        </p:blipFill>
        <p:spPr>
          <a:xfrm>
            <a:off x="5561825" y="3474983"/>
            <a:ext cx="494021" cy="494024"/>
          </a:xfrm>
          <a:prstGeom prst="rect">
            <a:avLst/>
          </a:prstGeom>
          <a:noFill/>
          <a:ln>
            <a:noFill/>
          </a:ln>
        </p:spPr>
      </p:pic>
      <p:pic>
        <p:nvPicPr>
          <p:cNvPr id="43" name="Google Shape;43;p5"/>
          <p:cNvPicPr preferRelativeResize="0"/>
          <p:nvPr/>
        </p:nvPicPr>
        <p:blipFill>
          <a:blip r:embed="rId4">
            <a:alphaModFix/>
          </a:blip>
          <a:stretch>
            <a:fillRect/>
          </a:stretch>
        </p:blipFill>
        <p:spPr>
          <a:xfrm>
            <a:off x="5561826" y="2703006"/>
            <a:ext cx="494024" cy="494012"/>
          </a:xfrm>
          <a:prstGeom prst="rect">
            <a:avLst/>
          </a:prstGeom>
          <a:noFill/>
          <a:ln>
            <a:noFill/>
          </a:ln>
        </p:spPr>
      </p:pic>
      <p:pic>
        <p:nvPicPr>
          <p:cNvPr id="44" name="Google Shape;44;p5"/>
          <p:cNvPicPr preferRelativeResize="0"/>
          <p:nvPr/>
        </p:nvPicPr>
        <p:blipFill>
          <a:blip r:embed="rId5">
            <a:alphaModFix/>
          </a:blip>
          <a:stretch>
            <a:fillRect/>
          </a:stretch>
        </p:blipFill>
        <p:spPr>
          <a:xfrm>
            <a:off x="5541264" y="1886696"/>
            <a:ext cx="535148" cy="53514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1 1">
  <p:cSld name="CUSTOM_33_1_1">
    <p:spTree>
      <p:nvGrpSpPr>
        <p:cNvPr id="45" name="Shape 45"/>
        <p:cNvGrpSpPr/>
        <p:nvPr/>
      </p:nvGrpSpPr>
      <p:grpSpPr>
        <a:xfrm>
          <a:off x="0" y="0"/>
          <a:ext cx="0" cy="0"/>
          <a:chOff x="0" y="0"/>
          <a:chExt cx="0" cy="0"/>
        </a:xfrm>
      </p:grpSpPr>
      <p:sp>
        <p:nvSpPr>
          <p:cNvPr id="46" name="Google Shape;46;p6"/>
          <p:cNvSpPr txBox="1"/>
          <p:nvPr>
            <p:ph type="title"/>
          </p:nvPr>
        </p:nvSpPr>
        <p:spPr>
          <a:xfrm>
            <a:off x="576500" y="929175"/>
            <a:ext cx="3138300" cy="836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1 1 1">
  <p:cSld name="CUSTOM_33_1_1_1">
    <p:spTree>
      <p:nvGrpSpPr>
        <p:cNvPr id="48" name="Shape 48"/>
        <p:cNvGrpSpPr/>
        <p:nvPr/>
      </p:nvGrpSpPr>
      <p:grpSpPr>
        <a:xfrm>
          <a:off x="0" y="0"/>
          <a:ext cx="0" cy="0"/>
          <a:chOff x="0" y="0"/>
          <a:chExt cx="0" cy="0"/>
        </a:xfrm>
      </p:grpSpPr>
      <p:sp>
        <p:nvSpPr>
          <p:cNvPr id="49" name="Google Shape;49;p7"/>
          <p:cNvSpPr txBox="1"/>
          <p:nvPr>
            <p:ph type="title"/>
          </p:nvPr>
        </p:nvSpPr>
        <p:spPr>
          <a:xfrm>
            <a:off x="576500" y="929175"/>
            <a:ext cx="3156000" cy="836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subTitle"/>
          </p:nvPr>
        </p:nvSpPr>
        <p:spPr>
          <a:xfrm>
            <a:off x="576500" y="185542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6">
    <p:spTree>
      <p:nvGrpSpPr>
        <p:cNvPr id="51" name="Shape 51"/>
        <p:cNvGrpSpPr/>
        <p:nvPr/>
      </p:nvGrpSpPr>
      <p:grpSpPr>
        <a:xfrm>
          <a:off x="0" y="0"/>
          <a:ext cx="0" cy="0"/>
          <a:chOff x="0" y="0"/>
          <a:chExt cx="0" cy="0"/>
        </a:xfrm>
      </p:grpSpPr>
      <p:sp>
        <p:nvSpPr>
          <p:cNvPr id="52" name="Google Shape;52;p8"/>
          <p:cNvSpPr txBox="1"/>
          <p:nvPr>
            <p:ph type="title"/>
          </p:nvPr>
        </p:nvSpPr>
        <p:spPr>
          <a:xfrm>
            <a:off x="581475" y="768725"/>
            <a:ext cx="53184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p:nvPr/>
        </p:nvSpPr>
        <p:spPr>
          <a:xfrm>
            <a:off x="747408" y="1582342"/>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54" name="Google Shape;54;p8"/>
          <p:cNvSpPr txBox="1"/>
          <p:nvPr/>
        </p:nvSpPr>
        <p:spPr>
          <a:xfrm>
            <a:off x="1008119" y="1564411"/>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55" name="Google Shape;55;p8"/>
          <p:cNvSpPr txBox="1"/>
          <p:nvPr>
            <p:ph idx="1" type="subTitle"/>
          </p:nvPr>
        </p:nvSpPr>
        <p:spPr>
          <a:xfrm>
            <a:off x="1017112" y="1729460"/>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6" name="Google Shape;56;p8"/>
          <p:cNvSpPr/>
          <p:nvPr/>
        </p:nvSpPr>
        <p:spPr>
          <a:xfrm>
            <a:off x="747408" y="2322817"/>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57" name="Google Shape;57;p8"/>
          <p:cNvSpPr txBox="1"/>
          <p:nvPr/>
        </p:nvSpPr>
        <p:spPr>
          <a:xfrm>
            <a:off x="1008119" y="2304886"/>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58" name="Google Shape;58;p8"/>
          <p:cNvSpPr txBox="1"/>
          <p:nvPr>
            <p:ph idx="2" type="subTitle"/>
          </p:nvPr>
        </p:nvSpPr>
        <p:spPr>
          <a:xfrm>
            <a:off x="1017112" y="2469935"/>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9" name="Google Shape;59;p8"/>
          <p:cNvSpPr/>
          <p:nvPr/>
        </p:nvSpPr>
        <p:spPr>
          <a:xfrm>
            <a:off x="747408" y="2912242"/>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60" name="Google Shape;60;p8"/>
          <p:cNvSpPr txBox="1"/>
          <p:nvPr/>
        </p:nvSpPr>
        <p:spPr>
          <a:xfrm>
            <a:off x="1008119" y="2894311"/>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61" name="Google Shape;61;p8"/>
          <p:cNvSpPr txBox="1"/>
          <p:nvPr>
            <p:ph idx="3" type="subTitle"/>
          </p:nvPr>
        </p:nvSpPr>
        <p:spPr>
          <a:xfrm>
            <a:off x="1017112" y="3059360"/>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62" name="Google Shape;62;p8"/>
          <p:cNvSpPr/>
          <p:nvPr/>
        </p:nvSpPr>
        <p:spPr>
          <a:xfrm>
            <a:off x="747408" y="3469267"/>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63" name="Google Shape;63;p8"/>
          <p:cNvSpPr txBox="1"/>
          <p:nvPr/>
        </p:nvSpPr>
        <p:spPr>
          <a:xfrm>
            <a:off x="1008119" y="3451336"/>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64" name="Google Shape;64;p8"/>
          <p:cNvSpPr txBox="1"/>
          <p:nvPr>
            <p:ph idx="4" type="subTitle"/>
          </p:nvPr>
        </p:nvSpPr>
        <p:spPr>
          <a:xfrm>
            <a:off x="1017112" y="3616385"/>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Font typeface="Plus Jakarta Sans"/>
              <a:buNone/>
              <a:defRPr sz="1100">
                <a:latin typeface="Plus Jakarta Sans"/>
                <a:ea typeface="Plus Jakarta Sans"/>
                <a:cs typeface="Plus Jakarta Sans"/>
                <a:sym typeface="Plus Jakarta Sans"/>
              </a:defRPr>
            </a:lvl2pPr>
            <a:lvl3pPr lvl="2">
              <a:spcBef>
                <a:spcPts val="0"/>
              </a:spcBef>
              <a:spcAft>
                <a:spcPts val="0"/>
              </a:spcAft>
              <a:buSzPts val="1100"/>
              <a:buFont typeface="Plus Jakarta Sans"/>
              <a:buNone/>
              <a:defRPr sz="1100">
                <a:latin typeface="Plus Jakarta Sans"/>
                <a:ea typeface="Plus Jakarta Sans"/>
                <a:cs typeface="Plus Jakarta Sans"/>
                <a:sym typeface="Plus Jakarta Sans"/>
              </a:defRPr>
            </a:lvl3pPr>
            <a:lvl4pPr lvl="3">
              <a:spcBef>
                <a:spcPts val="0"/>
              </a:spcBef>
              <a:spcAft>
                <a:spcPts val="0"/>
              </a:spcAft>
              <a:buSzPts val="1100"/>
              <a:buFont typeface="Plus Jakarta Sans"/>
              <a:buNone/>
              <a:defRPr sz="1100">
                <a:latin typeface="Plus Jakarta Sans"/>
                <a:ea typeface="Plus Jakarta Sans"/>
                <a:cs typeface="Plus Jakarta Sans"/>
                <a:sym typeface="Plus Jakarta Sans"/>
              </a:defRPr>
            </a:lvl4pPr>
            <a:lvl5pPr lvl="4">
              <a:spcBef>
                <a:spcPts val="0"/>
              </a:spcBef>
              <a:spcAft>
                <a:spcPts val="0"/>
              </a:spcAft>
              <a:buSzPts val="1100"/>
              <a:buFont typeface="Plus Jakarta Sans"/>
              <a:buNone/>
              <a:defRPr sz="1100">
                <a:latin typeface="Plus Jakarta Sans"/>
                <a:ea typeface="Plus Jakarta Sans"/>
                <a:cs typeface="Plus Jakarta Sans"/>
                <a:sym typeface="Plus Jakarta Sans"/>
              </a:defRPr>
            </a:lvl5pPr>
            <a:lvl6pPr lvl="5">
              <a:spcBef>
                <a:spcPts val="0"/>
              </a:spcBef>
              <a:spcAft>
                <a:spcPts val="0"/>
              </a:spcAft>
              <a:buSzPts val="1100"/>
              <a:buFont typeface="Plus Jakarta Sans"/>
              <a:buNone/>
              <a:defRPr sz="1100">
                <a:latin typeface="Plus Jakarta Sans"/>
                <a:ea typeface="Plus Jakarta Sans"/>
                <a:cs typeface="Plus Jakarta Sans"/>
                <a:sym typeface="Plus Jakarta Sans"/>
              </a:defRPr>
            </a:lvl6pPr>
            <a:lvl7pPr lvl="6">
              <a:spcBef>
                <a:spcPts val="0"/>
              </a:spcBef>
              <a:spcAft>
                <a:spcPts val="0"/>
              </a:spcAft>
              <a:buSzPts val="1100"/>
              <a:buFont typeface="Plus Jakarta Sans"/>
              <a:buNone/>
              <a:defRPr sz="1100">
                <a:latin typeface="Plus Jakarta Sans"/>
                <a:ea typeface="Plus Jakarta Sans"/>
                <a:cs typeface="Plus Jakarta Sans"/>
                <a:sym typeface="Plus Jakarta Sans"/>
              </a:defRPr>
            </a:lvl7pPr>
            <a:lvl8pPr lvl="7">
              <a:spcBef>
                <a:spcPts val="0"/>
              </a:spcBef>
              <a:spcAft>
                <a:spcPts val="0"/>
              </a:spcAft>
              <a:buSzPts val="1100"/>
              <a:buFont typeface="Plus Jakarta Sans"/>
              <a:buNone/>
              <a:defRPr sz="1100">
                <a:latin typeface="Plus Jakarta Sans"/>
                <a:ea typeface="Plus Jakarta Sans"/>
                <a:cs typeface="Plus Jakarta Sans"/>
                <a:sym typeface="Plus Jakarta Sans"/>
              </a:defRPr>
            </a:lvl8pPr>
            <a:lvl9pPr lvl="8">
              <a:spcBef>
                <a:spcPts val="0"/>
              </a:spcBef>
              <a:spcAft>
                <a:spcPts val="0"/>
              </a:spcAft>
              <a:buSzPts val="1100"/>
              <a:buFont typeface="Plus Jakarta Sans"/>
              <a:buNone/>
              <a:defRPr sz="1100">
                <a:latin typeface="Plus Jakarta Sans"/>
                <a:ea typeface="Plus Jakarta Sans"/>
                <a:cs typeface="Plus Jakarta Sans"/>
                <a:sym typeface="Plus Jakarta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37">
    <p:spTree>
      <p:nvGrpSpPr>
        <p:cNvPr id="65" name="Shape 65"/>
        <p:cNvGrpSpPr/>
        <p:nvPr/>
      </p:nvGrpSpPr>
      <p:grpSpPr>
        <a:xfrm>
          <a:off x="0" y="0"/>
          <a:ext cx="0" cy="0"/>
          <a:chOff x="0" y="0"/>
          <a:chExt cx="0" cy="0"/>
        </a:xfrm>
      </p:grpSpPr>
      <p:sp>
        <p:nvSpPr>
          <p:cNvPr id="66" name="Google Shape;66;p9"/>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
          <p:cNvSpPr txBox="1"/>
          <p:nvPr/>
        </p:nvSpPr>
        <p:spPr>
          <a:xfrm>
            <a:off x="4569000" y="857250"/>
            <a:ext cx="3974400" cy="10341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rgbClr val="595457"/>
              </a:buClr>
              <a:buSzPts val="300"/>
              <a:buFont typeface="Montserrat Light"/>
              <a:buNone/>
            </a:pPr>
            <a:r>
              <a:rPr lang="en-GB" sz="1100">
                <a:solidFill>
                  <a:srgbClr val="595457"/>
                </a:solidFill>
                <a:latin typeface="Plus Jakarta Sans"/>
                <a:ea typeface="Plus Jakarta Sans"/>
                <a:cs typeface="Plus Jakarta Sans"/>
                <a:sym typeface="Plus Jakarta Sans"/>
              </a:rPr>
              <a:t>Forem esoma ipsum dolor sit amet, derasd thr esdo</a:t>
            </a:r>
            <a:endParaRPr sz="500">
              <a:solidFill>
                <a:schemeClr val="dk1"/>
              </a:solidFill>
              <a:latin typeface="Plus Jakarta Sans"/>
              <a:ea typeface="Plus Jakarta Sans"/>
              <a:cs typeface="Plus Jakarta Sans"/>
              <a:sym typeface="Plus Jakarta Sans"/>
            </a:endParaRPr>
          </a:p>
          <a:p>
            <a:pPr indent="0" lvl="0" marL="0" rtl="0" algn="l">
              <a:lnSpc>
                <a:spcPct val="120000"/>
              </a:lnSpc>
              <a:spcBef>
                <a:spcPts val="0"/>
              </a:spcBef>
              <a:spcAft>
                <a:spcPts val="0"/>
              </a:spcAft>
              <a:buClr>
                <a:srgbClr val="595457"/>
              </a:buClr>
              <a:buSzPts val="300"/>
              <a:buFont typeface="Montserrat Light"/>
              <a:buNone/>
            </a:pPr>
            <a:r>
              <a:rPr lang="en-GB" sz="1100">
                <a:solidFill>
                  <a:srgbClr val="595457"/>
                </a:solidFill>
                <a:latin typeface="Plus Jakarta Sans"/>
                <a:ea typeface="Plus Jakarta Sans"/>
                <a:cs typeface="Plus Jakarta Sans"/>
                <a:sym typeface="Plus Jakarta Sans"/>
              </a:rPr>
              <a:t>fronding elitromas. Sed diam nots dne nor nonumy eirmod tempor invidunt the indoc mago. Atmo vero eos et accusam eto drer justo dresma.</a:t>
            </a:r>
            <a:endParaRPr sz="500">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68" name="Google Shape;68;p9"/>
          <p:cNvSpPr/>
          <p:nvPr>
            <p:ph idx="2" type="pic"/>
          </p:nvPr>
        </p:nvSpPr>
        <p:spPr>
          <a:xfrm>
            <a:off x="777788" y="2098150"/>
            <a:ext cx="1791600" cy="2274900"/>
          </a:xfrm>
          <a:prstGeom prst="roundRect">
            <a:avLst>
              <a:gd fmla="val 16667" name="adj"/>
            </a:avLst>
          </a:prstGeom>
          <a:noFill/>
          <a:ln>
            <a:noFill/>
          </a:ln>
        </p:spPr>
      </p:sp>
      <p:sp>
        <p:nvSpPr>
          <p:cNvPr id="69" name="Google Shape;69;p9"/>
          <p:cNvSpPr/>
          <p:nvPr>
            <p:ph idx="3" type="pic"/>
          </p:nvPr>
        </p:nvSpPr>
        <p:spPr>
          <a:xfrm>
            <a:off x="2710062" y="2098150"/>
            <a:ext cx="1791600" cy="2274900"/>
          </a:xfrm>
          <a:prstGeom prst="roundRect">
            <a:avLst>
              <a:gd fmla="val 16667" name="adj"/>
            </a:avLst>
          </a:prstGeom>
          <a:noFill/>
          <a:ln>
            <a:noFill/>
          </a:ln>
        </p:spPr>
      </p:sp>
      <p:sp>
        <p:nvSpPr>
          <p:cNvPr id="70" name="Google Shape;70;p9"/>
          <p:cNvSpPr/>
          <p:nvPr>
            <p:ph idx="4" type="pic"/>
          </p:nvPr>
        </p:nvSpPr>
        <p:spPr>
          <a:xfrm>
            <a:off x="4642336" y="2098150"/>
            <a:ext cx="1791600" cy="2274900"/>
          </a:xfrm>
          <a:prstGeom prst="roundRect">
            <a:avLst>
              <a:gd fmla="val 16667" name="adj"/>
            </a:avLst>
          </a:prstGeom>
          <a:noFill/>
          <a:ln>
            <a:noFill/>
          </a:ln>
        </p:spPr>
      </p:sp>
      <p:sp>
        <p:nvSpPr>
          <p:cNvPr id="71" name="Google Shape;71;p9"/>
          <p:cNvSpPr/>
          <p:nvPr>
            <p:ph idx="5" type="pic"/>
          </p:nvPr>
        </p:nvSpPr>
        <p:spPr>
          <a:xfrm>
            <a:off x="6574611" y="2098150"/>
            <a:ext cx="1791600" cy="2274900"/>
          </a:xfrm>
          <a:prstGeom prst="roundRect">
            <a:avLst>
              <a:gd fmla="val 16667" name="adj"/>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CUSTOM_38">
    <p:spTree>
      <p:nvGrpSpPr>
        <p:cNvPr id="72" name="Shape 72"/>
        <p:cNvGrpSpPr/>
        <p:nvPr/>
      </p:nvGrpSpPr>
      <p:grpSpPr>
        <a:xfrm>
          <a:off x="0" y="0"/>
          <a:ext cx="0" cy="0"/>
          <a:chOff x="0" y="0"/>
          <a:chExt cx="0" cy="0"/>
        </a:xfrm>
      </p:grpSpPr>
      <p:sp>
        <p:nvSpPr>
          <p:cNvPr id="73" name="Google Shape;73;p10"/>
          <p:cNvSpPr txBox="1"/>
          <p:nvPr>
            <p:ph type="title"/>
          </p:nvPr>
        </p:nvSpPr>
        <p:spPr>
          <a:xfrm>
            <a:off x="5994750" y="911200"/>
            <a:ext cx="27108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
          <p:cNvSpPr/>
          <p:nvPr>
            <p:ph idx="2" type="pic"/>
          </p:nvPr>
        </p:nvSpPr>
        <p:spPr>
          <a:xfrm>
            <a:off x="594475" y="938200"/>
            <a:ext cx="2472900" cy="3543000"/>
          </a:xfrm>
          <a:prstGeom prst="rect">
            <a:avLst/>
          </a:prstGeom>
          <a:noFill/>
          <a:ln>
            <a:noFill/>
          </a:ln>
        </p:spPr>
      </p:sp>
      <p:sp>
        <p:nvSpPr>
          <p:cNvPr id="75" name="Google Shape;75;p10"/>
          <p:cNvSpPr/>
          <p:nvPr>
            <p:ph idx="3" type="pic"/>
          </p:nvPr>
        </p:nvSpPr>
        <p:spPr>
          <a:xfrm>
            <a:off x="3184225" y="938200"/>
            <a:ext cx="2274900" cy="1735500"/>
          </a:xfrm>
          <a:prstGeom prst="rect">
            <a:avLst/>
          </a:prstGeom>
          <a:noFill/>
          <a:ln>
            <a:noFill/>
          </a:ln>
        </p:spPr>
      </p:sp>
      <p:sp>
        <p:nvSpPr>
          <p:cNvPr id="76" name="Google Shape;76;p10"/>
          <p:cNvSpPr/>
          <p:nvPr>
            <p:ph idx="4" type="pic"/>
          </p:nvPr>
        </p:nvSpPr>
        <p:spPr>
          <a:xfrm>
            <a:off x="3184225" y="2745700"/>
            <a:ext cx="2274900" cy="1735500"/>
          </a:xfrm>
          <a:prstGeom prst="rect">
            <a:avLst/>
          </a:prstGeom>
          <a:noFill/>
          <a:ln>
            <a:noFill/>
          </a:ln>
        </p:spPr>
      </p:sp>
      <p:sp>
        <p:nvSpPr>
          <p:cNvPr id="77" name="Google Shape;77;p10"/>
          <p:cNvSpPr txBox="1"/>
          <p:nvPr/>
        </p:nvSpPr>
        <p:spPr>
          <a:xfrm>
            <a:off x="5994750" y="2799725"/>
            <a:ext cx="2472900" cy="1339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rgbClr val="595457"/>
              </a:buClr>
              <a:buSzPts val="300"/>
              <a:buFont typeface="Montserrat Light"/>
              <a:buNone/>
            </a:pPr>
            <a:r>
              <a:rPr lang="en-GB" sz="1100">
                <a:solidFill>
                  <a:srgbClr val="595457"/>
                </a:solidFill>
                <a:latin typeface="Plus Jakarta Sans"/>
                <a:ea typeface="Plus Jakarta Sans"/>
                <a:cs typeface="Plus Jakarta Sans"/>
                <a:sym typeface="Plus Jakarta Sans"/>
              </a:rPr>
              <a:t>Nosotra sod seada dero meram takimata sanctus est Lorem sus At vero eos eta accusam eton justo fosduom dolores etomda jam rebum. Steot clita kuasd gubergren.</a:t>
            </a:r>
            <a:endParaRPr sz="500">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78" name="Google Shape;78;p10"/>
          <p:cNvSpPr txBox="1"/>
          <p:nvPr>
            <p:ph idx="1" type="subTitle"/>
          </p:nvPr>
        </p:nvSpPr>
        <p:spPr>
          <a:xfrm>
            <a:off x="5994750" y="2134150"/>
            <a:ext cx="2472900" cy="42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Plus Jakarta Sans"/>
              <a:buNone/>
              <a:defRPr sz="1400">
                <a:latin typeface="Plus Jakarta Sans"/>
                <a:ea typeface="Plus Jakarta Sans"/>
                <a:cs typeface="Plus Jakarta Sans"/>
                <a:sym typeface="Plus Jakart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5">
  <p:cSld name="CUSTOM_39">
    <p:spTree>
      <p:nvGrpSpPr>
        <p:cNvPr id="79" name="Shape 79"/>
        <p:cNvGrpSpPr/>
        <p:nvPr/>
      </p:nvGrpSpPr>
      <p:grpSpPr>
        <a:xfrm>
          <a:off x="0" y="0"/>
          <a:ext cx="0" cy="0"/>
          <a:chOff x="0" y="0"/>
          <a:chExt cx="0" cy="0"/>
        </a:xfrm>
      </p:grpSpPr>
      <p:sp>
        <p:nvSpPr>
          <p:cNvPr id="80" name="Google Shape;80;p11"/>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1"/>
          <p:cNvSpPr txBox="1"/>
          <p:nvPr/>
        </p:nvSpPr>
        <p:spPr>
          <a:xfrm>
            <a:off x="4468850" y="929175"/>
            <a:ext cx="4209600" cy="9711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82" name="Google Shape;82;p11"/>
          <p:cNvSpPr/>
          <p:nvPr>
            <p:ph idx="2" type="pic"/>
          </p:nvPr>
        </p:nvSpPr>
        <p:spPr>
          <a:xfrm>
            <a:off x="701538" y="1900275"/>
            <a:ext cx="1780500" cy="2140200"/>
          </a:xfrm>
          <a:prstGeom prst="roundRect">
            <a:avLst>
              <a:gd fmla="val 16667" name="adj"/>
            </a:avLst>
          </a:prstGeom>
          <a:noFill/>
          <a:ln>
            <a:noFill/>
          </a:ln>
        </p:spPr>
      </p:sp>
      <p:sp>
        <p:nvSpPr>
          <p:cNvPr id="83" name="Google Shape;83;p11"/>
          <p:cNvSpPr/>
          <p:nvPr>
            <p:ph idx="3" type="pic"/>
          </p:nvPr>
        </p:nvSpPr>
        <p:spPr>
          <a:xfrm>
            <a:off x="6661963" y="1900275"/>
            <a:ext cx="1780500" cy="2140200"/>
          </a:xfrm>
          <a:prstGeom prst="roundRect">
            <a:avLst>
              <a:gd fmla="val 16667" name="adj"/>
            </a:avLst>
          </a:prstGeom>
          <a:noFill/>
          <a:ln>
            <a:noFill/>
          </a:ln>
        </p:spPr>
      </p:sp>
      <p:sp>
        <p:nvSpPr>
          <p:cNvPr id="84" name="Google Shape;84;p11"/>
          <p:cNvSpPr/>
          <p:nvPr>
            <p:ph idx="4" type="pic"/>
          </p:nvPr>
        </p:nvSpPr>
        <p:spPr>
          <a:xfrm>
            <a:off x="4675163" y="1900275"/>
            <a:ext cx="1780500" cy="2140200"/>
          </a:xfrm>
          <a:prstGeom prst="roundRect">
            <a:avLst>
              <a:gd fmla="val 16667" name="adj"/>
            </a:avLst>
          </a:prstGeom>
          <a:noFill/>
          <a:ln>
            <a:noFill/>
          </a:ln>
        </p:spPr>
      </p:sp>
      <p:sp>
        <p:nvSpPr>
          <p:cNvPr id="85" name="Google Shape;85;p11"/>
          <p:cNvSpPr/>
          <p:nvPr>
            <p:ph idx="5" type="pic"/>
          </p:nvPr>
        </p:nvSpPr>
        <p:spPr>
          <a:xfrm>
            <a:off x="2688350" y="1900275"/>
            <a:ext cx="1780500" cy="2140200"/>
          </a:xfrm>
          <a:prstGeom prst="roundRect">
            <a:avLst>
              <a:gd fmla="val 16667" name="adj"/>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40">
    <p:spTree>
      <p:nvGrpSpPr>
        <p:cNvPr id="86" name="Shape 86"/>
        <p:cNvGrpSpPr/>
        <p:nvPr/>
      </p:nvGrpSpPr>
      <p:grpSpPr>
        <a:xfrm>
          <a:off x="0" y="0"/>
          <a:ext cx="0" cy="0"/>
          <a:chOff x="0" y="0"/>
          <a:chExt cx="0" cy="0"/>
        </a:xfrm>
      </p:grpSpPr>
      <p:sp>
        <p:nvSpPr>
          <p:cNvPr id="87" name="Google Shape;87;p12"/>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subTitle"/>
          </p:nvPr>
        </p:nvSpPr>
        <p:spPr>
          <a:xfrm>
            <a:off x="518500" y="1752972"/>
            <a:ext cx="3228300" cy="323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7">
  <p:cSld name="CUSTOM_41">
    <p:spTree>
      <p:nvGrpSpPr>
        <p:cNvPr id="89" name="Shape 89"/>
        <p:cNvGrpSpPr/>
        <p:nvPr/>
      </p:nvGrpSpPr>
      <p:grpSpPr>
        <a:xfrm>
          <a:off x="0" y="0"/>
          <a:ext cx="0" cy="0"/>
          <a:chOff x="0" y="0"/>
          <a:chExt cx="0" cy="0"/>
        </a:xfrm>
      </p:grpSpPr>
      <p:sp>
        <p:nvSpPr>
          <p:cNvPr id="90" name="Google Shape;90;p13"/>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3"/>
          <p:cNvSpPr txBox="1"/>
          <p:nvPr>
            <p:ph idx="1" type="subTitle"/>
          </p:nvPr>
        </p:nvSpPr>
        <p:spPr>
          <a:xfrm>
            <a:off x="4631950" y="839300"/>
            <a:ext cx="4028100" cy="251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8">
  <p:cSld name="CUSTOM_42">
    <p:spTree>
      <p:nvGrpSpPr>
        <p:cNvPr id="92" name="Shape 92"/>
        <p:cNvGrpSpPr/>
        <p:nvPr/>
      </p:nvGrpSpPr>
      <p:grpSpPr>
        <a:xfrm>
          <a:off x="0" y="0"/>
          <a:ext cx="0" cy="0"/>
          <a:chOff x="0" y="0"/>
          <a:chExt cx="0" cy="0"/>
        </a:xfrm>
      </p:grpSpPr>
      <p:sp>
        <p:nvSpPr>
          <p:cNvPr id="93" name="Google Shape;93;p14"/>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9">
  <p:cSld name="CUSTOM_43">
    <p:spTree>
      <p:nvGrpSpPr>
        <p:cNvPr id="94" name="Shape 94"/>
        <p:cNvGrpSpPr/>
        <p:nvPr/>
      </p:nvGrpSpPr>
      <p:grpSpPr>
        <a:xfrm>
          <a:off x="0" y="0"/>
          <a:ext cx="0" cy="0"/>
          <a:chOff x="0" y="0"/>
          <a:chExt cx="0" cy="0"/>
        </a:xfrm>
      </p:grpSpPr>
      <p:sp>
        <p:nvSpPr>
          <p:cNvPr id="95" name="Google Shape;95;p15"/>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0">
  <p:cSld name="CUSTOM_44">
    <p:spTree>
      <p:nvGrpSpPr>
        <p:cNvPr id="96" name="Shape 96"/>
        <p:cNvGrpSpPr/>
        <p:nvPr/>
      </p:nvGrpSpPr>
      <p:grpSpPr>
        <a:xfrm>
          <a:off x="0" y="0"/>
          <a:ext cx="0" cy="0"/>
          <a:chOff x="0" y="0"/>
          <a:chExt cx="0" cy="0"/>
        </a:xfrm>
      </p:grpSpPr>
      <p:sp>
        <p:nvSpPr>
          <p:cNvPr id="97" name="Google Shape;97;p16"/>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6"/>
          <p:cNvSpPr/>
          <p:nvPr>
            <p:ph idx="2" type="pic"/>
          </p:nvPr>
        </p:nvSpPr>
        <p:spPr>
          <a:xfrm>
            <a:off x="4599450" y="1124475"/>
            <a:ext cx="2480400" cy="2986800"/>
          </a:xfrm>
          <a:prstGeom prst="roundRect">
            <a:avLst>
              <a:gd fmla="val 16667" name="adj"/>
            </a:avLst>
          </a:prstGeom>
          <a:noFill/>
          <a:ln>
            <a:noFill/>
          </a:ln>
        </p:spPr>
      </p:sp>
      <p:sp>
        <p:nvSpPr>
          <p:cNvPr id="99" name="Google Shape;99;p16"/>
          <p:cNvSpPr/>
          <p:nvPr>
            <p:ph idx="3" type="pic"/>
          </p:nvPr>
        </p:nvSpPr>
        <p:spPr>
          <a:xfrm>
            <a:off x="7354325" y="2136500"/>
            <a:ext cx="942600" cy="1875300"/>
          </a:xfrm>
          <a:prstGeom prst="roundRect">
            <a:avLst>
              <a:gd fmla="val 1666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p:cSld name="CUSTOM_45">
    <p:spTree>
      <p:nvGrpSpPr>
        <p:cNvPr id="100" name="Shape 100"/>
        <p:cNvGrpSpPr/>
        <p:nvPr/>
      </p:nvGrpSpPr>
      <p:grpSpPr>
        <a:xfrm>
          <a:off x="0" y="0"/>
          <a:ext cx="0" cy="0"/>
          <a:chOff x="0" y="0"/>
          <a:chExt cx="0" cy="0"/>
        </a:xfrm>
      </p:grpSpPr>
      <p:sp>
        <p:nvSpPr>
          <p:cNvPr id="101" name="Google Shape;101;p17"/>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7"/>
          <p:cNvSpPr txBox="1"/>
          <p:nvPr/>
        </p:nvSpPr>
        <p:spPr>
          <a:xfrm>
            <a:off x="4601322" y="908425"/>
            <a:ext cx="4018500" cy="6204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103" name="Google Shape;103;p17"/>
          <p:cNvSpPr/>
          <p:nvPr/>
        </p:nvSpPr>
        <p:spPr>
          <a:xfrm>
            <a:off x="593250" y="2077000"/>
            <a:ext cx="7957500" cy="2014200"/>
          </a:xfrm>
          <a:prstGeom prst="roundRect">
            <a:avLst>
              <a:gd fmla="val 16667" name="adj"/>
            </a:avLst>
          </a:prstGeom>
          <a:solidFill>
            <a:srgbClr val="DFDFD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3">
  <p:cSld name="CUSTOM_46">
    <p:spTree>
      <p:nvGrpSpPr>
        <p:cNvPr id="104" name="Shape 104"/>
        <p:cNvGrpSpPr/>
        <p:nvPr/>
      </p:nvGrpSpPr>
      <p:grpSpPr>
        <a:xfrm>
          <a:off x="0" y="0"/>
          <a:ext cx="0" cy="0"/>
          <a:chOff x="0" y="0"/>
          <a:chExt cx="0" cy="0"/>
        </a:xfrm>
      </p:grpSpPr>
      <p:sp>
        <p:nvSpPr>
          <p:cNvPr id="105" name="Google Shape;105;p18"/>
          <p:cNvSpPr txBox="1"/>
          <p:nvPr>
            <p:ph type="title"/>
          </p:nvPr>
        </p:nvSpPr>
        <p:spPr>
          <a:xfrm>
            <a:off x="518500" y="768725"/>
            <a:ext cx="5337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4">
  <p:cSld name="CUSTOM_47">
    <p:spTree>
      <p:nvGrpSpPr>
        <p:cNvPr id="106" name="Shape 106"/>
        <p:cNvGrpSpPr/>
        <p:nvPr/>
      </p:nvGrpSpPr>
      <p:grpSpPr>
        <a:xfrm>
          <a:off x="0" y="0"/>
          <a:ext cx="0" cy="0"/>
          <a:chOff x="0" y="0"/>
          <a:chExt cx="0" cy="0"/>
        </a:xfrm>
      </p:grpSpPr>
      <p:sp>
        <p:nvSpPr>
          <p:cNvPr id="107" name="Google Shape;107;p19"/>
          <p:cNvSpPr txBox="1"/>
          <p:nvPr>
            <p:ph type="title"/>
          </p:nvPr>
        </p:nvSpPr>
        <p:spPr>
          <a:xfrm>
            <a:off x="518500" y="768725"/>
            <a:ext cx="54054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5">
  <p:cSld name="CUSTOM_48">
    <p:spTree>
      <p:nvGrpSpPr>
        <p:cNvPr id="108" name="Shape 108"/>
        <p:cNvGrpSpPr/>
        <p:nvPr/>
      </p:nvGrpSpPr>
      <p:grpSpPr>
        <a:xfrm>
          <a:off x="0" y="0"/>
          <a:ext cx="0" cy="0"/>
          <a:chOff x="0" y="0"/>
          <a:chExt cx="0" cy="0"/>
        </a:xfrm>
      </p:grpSpPr>
      <p:sp>
        <p:nvSpPr>
          <p:cNvPr id="109" name="Google Shape;109;p20"/>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6">
  <p:cSld name="CUSTOM_49">
    <p:spTree>
      <p:nvGrpSpPr>
        <p:cNvPr id="110" name="Shape 110"/>
        <p:cNvGrpSpPr/>
        <p:nvPr/>
      </p:nvGrpSpPr>
      <p:grpSpPr>
        <a:xfrm>
          <a:off x="0" y="0"/>
          <a:ext cx="0" cy="0"/>
          <a:chOff x="0" y="0"/>
          <a:chExt cx="0" cy="0"/>
        </a:xfrm>
      </p:grpSpPr>
      <p:sp>
        <p:nvSpPr>
          <p:cNvPr id="111" name="Google Shape;111;p21"/>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21"/>
          <p:cNvSpPr txBox="1"/>
          <p:nvPr/>
        </p:nvSpPr>
        <p:spPr>
          <a:xfrm>
            <a:off x="4564322" y="914200"/>
            <a:ext cx="4018500" cy="6204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7">
  <p:cSld name="CUSTOM_50">
    <p:spTree>
      <p:nvGrpSpPr>
        <p:cNvPr id="113" name="Shape 113"/>
        <p:cNvGrpSpPr/>
        <p:nvPr/>
      </p:nvGrpSpPr>
      <p:grpSpPr>
        <a:xfrm>
          <a:off x="0" y="0"/>
          <a:ext cx="0" cy="0"/>
          <a:chOff x="0" y="0"/>
          <a:chExt cx="0" cy="0"/>
        </a:xfrm>
      </p:grpSpPr>
      <p:sp>
        <p:nvSpPr>
          <p:cNvPr id="114" name="Google Shape;114;p22"/>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9">
  <p:cSld name="CUSTOM_51">
    <p:spTree>
      <p:nvGrpSpPr>
        <p:cNvPr id="115" name="Shape 115"/>
        <p:cNvGrpSpPr/>
        <p:nvPr/>
      </p:nvGrpSpPr>
      <p:grpSpPr>
        <a:xfrm>
          <a:off x="0" y="0"/>
          <a:ext cx="0" cy="0"/>
          <a:chOff x="0" y="0"/>
          <a:chExt cx="0" cy="0"/>
        </a:xfrm>
      </p:grpSpPr>
      <p:sp>
        <p:nvSpPr>
          <p:cNvPr id="116" name="Google Shape;116;p23"/>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0">
  <p:cSld name="CUSTOM_52">
    <p:spTree>
      <p:nvGrpSpPr>
        <p:cNvPr id="117" name="Shape 117"/>
        <p:cNvGrpSpPr/>
        <p:nvPr/>
      </p:nvGrpSpPr>
      <p:grpSpPr>
        <a:xfrm>
          <a:off x="0" y="0"/>
          <a:ext cx="0" cy="0"/>
          <a:chOff x="0" y="0"/>
          <a:chExt cx="0" cy="0"/>
        </a:xfrm>
      </p:grpSpPr>
      <p:sp>
        <p:nvSpPr>
          <p:cNvPr id="118" name="Google Shape;118;p24"/>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24"/>
          <p:cNvSpPr txBox="1"/>
          <p:nvPr>
            <p:ph idx="1" type="subTitle"/>
          </p:nvPr>
        </p:nvSpPr>
        <p:spPr>
          <a:xfrm>
            <a:off x="614800" y="1812650"/>
            <a:ext cx="3324600" cy="69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24"/>
          <p:cNvSpPr txBox="1"/>
          <p:nvPr/>
        </p:nvSpPr>
        <p:spPr>
          <a:xfrm>
            <a:off x="567100" y="2635250"/>
            <a:ext cx="3324600" cy="16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1">
  <p:cSld name="CUSTOM_53">
    <p:spTree>
      <p:nvGrpSpPr>
        <p:cNvPr id="121" name="Shape 121"/>
        <p:cNvGrpSpPr/>
        <p:nvPr/>
      </p:nvGrpSpPr>
      <p:grpSpPr>
        <a:xfrm>
          <a:off x="0" y="0"/>
          <a:ext cx="0" cy="0"/>
          <a:chOff x="0" y="0"/>
          <a:chExt cx="0" cy="0"/>
        </a:xfrm>
      </p:grpSpPr>
      <p:sp>
        <p:nvSpPr>
          <p:cNvPr id="122" name="Google Shape;122;p25"/>
          <p:cNvSpPr txBox="1"/>
          <p:nvPr>
            <p:ph type="title"/>
          </p:nvPr>
        </p:nvSpPr>
        <p:spPr>
          <a:xfrm>
            <a:off x="576500" y="929175"/>
            <a:ext cx="3138300" cy="836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25"/>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2">
  <p:cSld name="CUSTOM_18">
    <p:spTree>
      <p:nvGrpSpPr>
        <p:cNvPr id="124" name="Shape 124"/>
        <p:cNvGrpSpPr/>
        <p:nvPr/>
      </p:nvGrpSpPr>
      <p:grpSpPr>
        <a:xfrm>
          <a:off x="0" y="0"/>
          <a:ext cx="0" cy="0"/>
          <a:chOff x="0" y="0"/>
          <a:chExt cx="0" cy="0"/>
        </a:xfrm>
      </p:grpSpPr>
      <p:pic>
        <p:nvPicPr>
          <p:cNvPr id="125" name="Google Shape;125;p26" title="Lembar Kerja 4.png"/>
          <p:cNvPicPr preferRelativeResize="0"/>
          <p:nvPr/>
        </p:nvPicPr>
        <p:blipFill>
          <a:blip r:embed="rId2">
            <a:alphaModFix/>
          </a:blip>
          <a:stretch>
            <a:fillRect/>
          </a:stretch>
        </p:blipFill>
        <p:spPr>
          <a:xfrm>
            <a:off x="0" y="0"/>
            <a:ext cx="9136072" cy="5143501"/>
          </a:xfrm>
          <a:prstGeom prst="rect">
            <a:avLst/>
          </a:prstGeom>
          <a:noFill/>
          <a:ln>
            <a:noFill/>
          </a:ln>
        </p:spPr>
      </p:pic>
      <p:pic>
        <p:nvPicPr>
          <p:cNvPr id="126" name="Google Shape;126;p26" title="Footer-editable-05.png"/>
          <p:cNvPicPr preferRelativeResize="0"/>
          <p:nvPr/>
        </p:nvPicPr>
        <p:blipFill rotWithShape="1">
          <a:blip r:embed="rId3">
            <a:alphaModFix/>
          </a:blip>
          <a:srcRect b="86928" l="76861" r="3147" t="0"/>
          <a:stretch/>
        </p:blipFill>
        <p:spPr>
          <a:xfrm>
            <a:off x="7026101" y="0"/>
            <a:ext cx="1826550" cy="67234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CUSTOM_29">
    <p:spTree>
      <p:nvGrpSpPr>
        <p:cNvPr id="127" name="Shape 127"/>
        <p:cNvGrpSpPr/>
        <p:nvPr/>
      </p:nvGrpSpPr>
      <p:grpSpPr>
        <a:xfrm>
          <a:off x="0" y="0"/>
          <a:ext cx="0" cy="0"/>
          <a:chOff x="0" y="0"/>
          <a:chExt cx="0" cy="0"/>
        </a:xfrm>
      </p:grpSpPr>
      <p:pic>
        <p:nvPicPr>
          <p:cNvPr id="128" name="Google Shape;128;p27" title="Lembar Kerja 2.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CUSTOM_27">
    <p:spTree>
      <p:nvGrpSpPr>
        <p:cNvPr id="129" name="Shape 129"/>
        <p:cNvGrpSpPr/>
        <p:nvPr/>
      </p:nvGrpSpPr>
      <p:grpSpPr>
        <a:xfrm>
          <a:off x="0" y="0"/>
          <a:ext cx="0" cy="0"/>
          <a:chOff x="0" y="0"/>
          <a:chExt cx="0" cy="0"/>
        </a:xfrm>
      </p:grpSpPr>
      <p:pic>
        <p:nvPicPr>
          <p:cNvPr id="130" name="Google Shape;130;p28" title="Lembar Kerja 1.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2">
  <p:cSld name="CUSTOM_26">
    <p:spTree>
      <p:nvGrpSpPr>
        <p:cNvPr id="131" name="Shape 131"/>
        <p:cNvGrpSpPr/>
        <p:nvPr/>
      </p:nvGrpSpPr>
      <p:grpSpPr>
        <a:xfrm>
          <a:off x="0" y="0"/>
          <a:ext cx="0" cy="0"/>
          <a:chOff x="0" y="0"/>
          <a:chExt cx="0" cy="0"/>
        </a:xfrm>
      </p:grpSpPr>
      <p:pic>
        <p:nvPicPr>
          <p:cNvPr id="132" name="Google Shape;132;p29" title="Lembar Kerja 3.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1">
  <p:cSld name="CUSTOM_24">
    <p:spTree>
      <p:nvGrpSpPr>
        <p:cNvPr id="133" name="Shape 133"/>
        <p:cNvGrpSpPr/>
        <p:nvPr/>
      </p:nvGrpSpPr>
      <p:grpSpPr>
        <a:xfrm>
          <a:off x="0" y="0"/>
          <a:ext cx="0" cy="0"/>
          <a:chOff x="0" y="0"/>
          <a:chExt cx="0" cy="0"/>
        </a:xfrm>
      </p:grpSpPr>
      <p:sp>
        <p:nvSpPr>
          <p:cNvPr id="134" name="Google Shape;134;p30"/>
          <p:cNvSpPr txBox="1"/>
          <p:nvPr>
            <p:ph type="title"/>
          </p:nvPr>
        </p:nvSpPr>
        <p:spPr>
          <a:xfrm>
            <a:off x="576500" y="929175"/>
            <a:ext cx="3138300" cy="836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30"/>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6" name="Google Shape;136;p30" title="Lembar Kerja 7.png"/>
          <p:cNvPicPr preferRelativeResize="0"/>
          <p:nvPr/>
        </p:nvPicPr>
        <p:blipFill>
          <a:blip r:embed="rId2">
            <a:alphaModFix/>
          </a:blip>
          <a:stretch>
            <a:fillRect/>
          </a:stretch>
        </p:blipFill>
        <p:spPr>
          <a:xfrm>
            <a:off x="0" y="-2225"/>
            <a:ext cx="9144003" cy="5147946"/>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2">
  <p:cSld name="CUSTOM_25">
    <p:spTree>
      <p:nvGrpSpPr>
        <p:cNvPr id="137" name="Shape 137"/>
        <p:cNvGrpSpPr/>
        <p:nvPr/>
      </p:nvGrpSpPr>
      <p:grpSpPr>
        <a:xfrm>
          <a:off x="0" y="0"/>
          <a:ext cx="0" cy="0"/>
          <a:chOff x="0" y="0"/>
          <a:chExt cx="0" cy="0"/>
        </a:xfrm>
      </p:grpSpPr>
      <p:pic>
        <p:nvPicPr>
          <p:cNvPr id="138" name="Google Shape;138;p31" title="Lembar Kerja 6.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1">
  <p:cSld name="CUSTOM_30">
    <p:spTree>
      <p:nvGrpSpPr>
        <p:cNvPr id="139" name="Shape 139"/>
        <p:cNvGrpSpPr/>
        <p:nvPr/>
      </p:nvGrpSpPr>
      <p:grpSpPr>
        <a:xfrm>
          <a:off x="0" y="0"/>
          <a:ext cx="0" cy="0"/>
          <a:chOff x="0" y="0"/>
          <a:chExt cx="0" cy="0"/>
        </a:xfrm>
      </p:grpSpPr>
      <p:pic>
        <p:nvPicPr>
          <p:cNvPr id="140" name="Google Shape;140;p32" title="Lembar Kerja 5.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3">
  <p:cSld name="CUSTOM_34">
    <p:bg>
      <p:bgPr>
        <a:blipFill>
          <a:blip r:embed="rId2">
            <a:alphaModFix/>
          </a:blip>
          <a:stretch>
            <a:fillRect/>
          </a:stretch>
        </a:blipFill>
      </p:bgPr>
    </p:bg>
    <p:spTree>
      <p:nvGrpSpPr>
        <p:cNvPr id="141" name="Shape 141"/>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1">
  <p:cSld name="CUSTOM_54">
    <p:spTree>
      <p:nvGrpSpPr>
        <p:cNvPr id="142" name="Shape 142"/>
        <p:cNvGrpSpPr/>
        <p:nvPr/>
      </p:nvGrpSpPr>
      <p:grpSpPr>
        <a:xfrm>
          <a:off x="0" y="0"/>
          <a:ext cx="0" cy="0"/>
          <a:chOff x="0" y="0"/>
          <a:chExt cx="0" cy="0"/>
        </a:xfrm>
      </p:grpSpPr>
      <p:pic>
        <p:nvPicPr>
          <p:cNvPr id="143" name="Google Shape;143;p34" title="Lembar Kerja 1.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22" Type="http://schemas.openxmlformats.org/officeDocument/2006/relationships/slideLayout" Target="../slideLayouts/slideLayout19.xml"/><Relationship Id="rId21" Type="http://schemas.openxmlformats.org/officeDocument/2006/relationships/slideLayout" Target="../slideLayouts/slideLayout18.xml"/><Relationship Id="rId24" Type="http://schemas.openxmlformats.org/officeDocument/2006/relationships/slideLayout" Target="../slideLayouts/slideLayout21.xml"/><Relationship Id="rId23" Type="http://schemas.openxmlformats.org/officeDocument/2006/relationships/slideLayout" Target="../slideLayouts/slideLayout2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Relationship Id="rId9" Type="http://schemas.openxmlformats.org/officeDocument/2006/relationships/slideLayout" Target="../slideLayouts/slideLayout6.xml"/><Relationship Id="rId26" Type="http://schemas.openxmlformats.org/officeDocument/2006/relationships/slideLayout" Target="../slideLayouts/slideLayout23.xml"/><Relationship Id="rId25" Type="http://schemas.openxmlformats.org/officeDocument/2006/relationships/slideLayout" Target="../slideLayouts/slideLayout22.xml"/><Relationship Id="rId28" Type="http://schemas.openxmlformats.org/officeDocument/2006/relationships/slideLayout" Target="../slideLayouts/slideLayout25.xml"/><Relationship Id="rId27" Type="http://schemas.openxmlformats.org/officeDocument/2006/relationships/slideLayout" Target="../slideLayouts/slideLayout24.xml"/><Relationship Id="rId5" Type="http://schemas.openxmlformats.org/officeDocument/2006/relationships/slideLayout" Target="../slideLayouts/slideLayout2.xml"/><Relationship Id="rId6" Type="http://schemas.openxmlformats.org/officeDocument/2006/relationships/slideLayout" Target="../slideLayouts/slideLayout3.xml"/><Relationship Id="rId29" Type="http://schemas.openxmlformats.org/officeDocument/2006/relationships/slideLayout" Target="../slideLayouts/slideLayout26.xml"/><Relationship Id="rId7" Type="http://schemas.openxmlformats.org/officeDocument/2006/relationships/slideLayout" Target="../slideLayouts/slideLayout4.xml"/><Relationship Id="rId8" Type="http://schemas.openxmlformats.org/officeDocument/2006/relationships/slideLayout" Target="../slideLayouts/slideLayout5.xml"/><Relationship Id="rId31" Type="http://schemas.openxmlformats.org/officeDocument/2006/relationships/slideLayout" Target="../slideLayouts/slideLayout28.xml"/><Relationship Id="rId30" Type="http://schemas.openxmlformats.org/officeDocument/2006/relationships/slideLayout" Target="../slideLayouts/slideLayout27.xml"/><Relationship Id="rId11" Type="http://schemas.openxmlformats.org/officeDocument/2006/relationships/slideLayout" Target="../slideLayouts/slideLayout8.xml"/><Relationship Id="rId33" Type="http://schemas.openxmlformats.org/officeDocument/2006/relationships/slideLayout" Target="../slideLayouts/slideLayout30.xml"/><Relationship Id="rId10" Type="http://schemas.openxmlformats.org/officeDocument/2006/relationships/slideLayout" Target="../slideLayouts/slideLayout7.xml"/><Relationship Id="rId32" Type="http://schemas.openxmlformats.org/officeDocument/2006/relationships/slideLayout" Target="../slideLayouts/slideLayout29.xml"/><Relationship Id="rId13" Type="http://schemas.openxmlformats.org/officeDocument/2006/relationships/slideLayout" Target="../slideLayouts/slideLayout10.xml"/><Relationship Id="rId35" Type="http://schemas.openxmlformats.org/officeDocument/2006/relationships/slideLayout" Target="../slideLayouts/slideLayout32.xml"/><Relationship Id="rId12" Type="http://schemas.openxmlformats.org/officeDocument/2006/relationships/slideLayout" Target="../slideLayouts/slideLayout9.xml"/><Relationship Id="rId34" Type="http://schemas.openxmlformats.org/officeDocument/2006/relationships/slideLayout" Target="../slideLayouts/slideLayout31.xml"/><Relationship Id="rId15" Type="http://schemas.openxmlformats.org/officeDocument/2006/relationships/slideLayout" Target="../slideLayouts/slideLayout12.xml"/><Relationship Id="rId37" Type="http://schemas.openxmlformats.org/officeDocument/2006/relationships/theme" Target="../theme/theme1.xml"/><Relationship Id="rId14" Type="http://schemas.openxmlformats.org/officeDocument/2006/relationships/slideLayout" Target="../slideLayouts/slideLayout11.xml"/><Relationship Id="rId36" Type="http://schemas.openxmlformats.org/officeDocument/2006/relationships/slideLayout" Target="../slideLayouts/slideLayout33.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19" Type="http://schemas.openxmlformats.org/officeDocument/2006/relationships/slideLayout" Target="../slideLayouts/slideLayout16.xml"/><Relationship Id="rId1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pic>
        <p:nvPicPr>
          <p:cNvPr id="7" name="Google Shape;7;p1" title="Lembar Kerja 8.png"/>
          <p:cNvPicPr preferRelativeResize="0"/>
          <p:nvPr/>
        </p:nvPicPr>
        <p:blipFill>
          <a:blip r:embed="rId1">
            <a:alphaModFix/>
          </a:blip>
          <a:stretch>
            <a:fillRect/>
          </a:stretch>
        </p:blipFill>
        <p:spPr>
          <a:xfrm>
            <a:off x="0" y="0"/>
            <a:ext cx="9144003" cy="5147975"/>
          </a:xfrm>
          <a:prstGeom prst="rect">
            <a:avLst/>
          </a:prstGeom>
          <a:noFill/>
          <a:ln>
            <a:noFill/>
          </a:ln>
        </p:spPr>
      </p:pic>
      <p:pic>
        <p:nvPicPr>
          <p:cNvPr id="8" name="Google Shape;8;p1" title="Footer-editable-01.png"/>
          <p:cNvPicPr preferRelativeResize="0"/>
          <p:nvPr/>
        </p:nvPicPr>
        <p:blipFill>
          <a:blip r:embed="rId2">
            <a:alphaModFix/>
          </a:blip>
          <a:stretch>
            <a:fillRect/>
          </a:stretch>
        </p:blipFill>
        <p:spPr>
          <a:xfrm>
            <a:off x="3965" y="2238"/>
            <a:ext cx="9136072" cy="5143501"/>
          </a:xfrm>
          <a:prstGeom prst="rect">
            <a:avLst/>
          </a:prstGeom>
          <a:noFill/>
          <a:ln>
            <a:noFill/>
          </a:ln>
        </p:spPr>
      </p:pic>
      <p:pic>
        <p:nvPicPr>
          <p:cNvPr id="9" name="Google Shape;9;p1" title="Footer-editable-05.png"/>
          <p:cNvPicPr preferRelativeResize="0"/>
          <p:nvPr/>
        </p:nvPicPr>
        <p:blipFill rotWithShape="1">
          <a:blip r:embed="rId3">
            <a:alphaModFix/>
          </a:blip>
          <a:srcRect b="86928" l="76861" r="3147" t="0"/>
          <a:stretch/>
        </p:blipFill>
        <p:spPr>
          <a:xfrm>
            <a:off x="7026101" y="0"/>
            <a:ext cx="1826550" cy="67234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 id="2147483665" r:id="rId21"/>
    <p:sldLayoutId id="2147483666" r:id="rId22"/>
    <p:sldLayoutId id="2147483667" r:id="rId23"/>
    <p:sldLayoutId id="2147483668" r:id="rId24"/>
    <p:sldLayoutId id="2147483669" r:id="rId25"/>
    <p:sldLayoutId id="2147483670" r:id="rId26"/>
    <p:sldLayoutId id="2147483671" r:id="rId27"/>
    <p:sldLayoutId id="2147483672" r:id="rId28"/>
    <p:sldLayoutId id="2147483673" r:id="rId29"/>
    <p:sldLayoutId id="2147483674" r:id="rId30"/>
    <p:sldLayoutId id="2147483675" r:id="rId31"/>
    <p:sldLayoutId id="2147483676" r:id="rId32"/>
    <p:sldLayoutId id="2147483677" r:id="rId33"/>
    <p:sldLayoutId id="2147483678" r:id="rId34"/>
    <p:sldLayoutId id="2147483679" r:id="rId35"/>
    <p:sldLayoutId id="2147483680"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20" Type="http://schemas.openxmlformats.org/officeDocument/2006/relationships/image" Target="../media/image8.png"/><Relationship Id="rId22" Type="http://schemas.openxmlformats.org/officeDocument/2006/relationships/image" Target="../media/image4.png"/><Relationship Id="rId21" Type="http://schemas.openxmlformats.org/officeDocument/2006/relationships/image" Target="../media/image5.png"/><Relationship Id="rId24" Type="http://schemas.openxmlformats.org/officeDocument/2006/relationships/image" Target="../media/image31.png"/><Relationship Id="rId23" Type="http://schemas.openxmlformats.org/officeDocument/2006/relationships/image" Target="../media/image35.png"/><Relationship Id="rId1" Type="http://schemas.openxmlformats.org/officeDocument/2006/relationships/slideLayout" Target="../slideLayouts/slideLayout32.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17.png"/><Relationship Id="rId26" Type="http://schemas.openxmlformats.org/officeDocument/2006/relationships/image" Target="../media/image42.png"/><Relationship Id="rId25" Type="http://schemas.openxmlformats.org/officeDocument/2006/relationships/image" Target="../media/image33.png"/><Relationship Id="rId28" Type="http://schemas.openxmlformats.org/officeDocument/2006/relationships/image" Target="../media/image37.png"/><Relationship Id="rId27" Type="http://schemas.openxmlformats.org/officeDocument/2006/relationships/image" Target="../media/image39.png"/><Relationship Id="rId5" Type="http://schemas.openxmlformats.org/officeDocument/2006/relationships/image" Target="../media/image16.png"/><Relationship Id="rId6" Type="http://schemas.openxmlformats.org/officeDocument/2006/relationships/image" Target="../media/image14.png"/><Relationship Id="rId29" Type="http://schemas.openxmlformats.org/officeDocument/2006/relationships/image" Target="../media/image38.png"/><Relationship Id="rId7" Type="http://schemas.openxmlformats.org/officeDocument/2006/relationships/image" Target="../media/image13.png"/><Relationship Id="rId8" Type="http://schemas.openxmlformats.org/officeDocument/2006/relationships/image" Target="../media/image21.png"/><Relationship Id="rId11" Type="http://schemas.openxmlformats.org/officeDocument/2006/relationships/image" Target="../media/image18.png"/><Relationship Id="rId10" Type="http://schemas.openxmlformats.org/officeDocument/2006/relationships/image" Target="../media/image22.png"/><Relationship Id="rId13" Type="http://schemas.openxmlformats.org/officeDocument/2006/relationships/image" Target="../media/image26.png"/><Relationship Id="rId12" Type="http://schemas.openxmlformats.org/officeDocument/2006/relationships/image" Target="../media/image20.png"/><Relationship Id="rId15" Type="http://schemas.openxmlformats.org/officeDocument/2006/relationships/image" Target="../media/image40.png"/><Relationship Id="rId14" Type="http://schemas.openxmlformats.org/officeDocument/2006/relationships/image" Target="../media/image23.png"/><Relationship Id="rId17" Type="http://schemas.openxmlformats.org/officeDocument/2006/relationships/image" Target="../media/image7.png"/><Relationship Id="rId16" Type="http://schemas.openxmlformats.org/officeDocument/2006/relationships/image" Target="../media/image30.png"/><Relationship Id="rId19" Type="http://schemas.openxmlformats.org/officeDocument/2006/relationships/image" Target="../media/image29.png"/><Relationship Id="rId18"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5"/>
          <p:cNvSpPr txBox="1"/>
          <p:nvPr/>
        </p:nvSpPr>
        <p:spPr>
          <a:xfrm>
            <a:off x="462375" y="1428950"/>
            <a:ext cx="7048200" cy="797100"/>
          </a:xfrm>
          <a:prstGeom prst="rect">
            <a:avLst/>
          </a:prstGeom>
          <a:noFill/>
          <a:ln>
            <a:noFill/>
          </a:ln>
        </p:spPr>
        <p:txBody>
          <a:bodyPr anchorCtr="0" anchor="t" bIns="115475" lIns="115475" spcFirstLastPara="1" rIns="115475" wrap="square" tIns="115475">
            <a:spAutoFit/>
          </a:bodyPr>
          <a:lstStyle/>
          <a:p>
            <a:pPr indent="0" lvl="0" marL="0" rtl="0" algn="l">
              <a:lnSpc>
                <a:spcPct val="115000"/>
              </a:lnSpc>
              <a:spcBef>
                <a:spcPts val="0"/>
              </a:spcBef>
              <a:spcAft>
                <a:spcPts val="0"/>
              </a:spcAft>
              <a:buNone/>
            </a:pPr>
            <a:r>
              <a:rPr lang="en-GB" sz="3664">
                <a:solidFill>
                  <a:srgbClr val="141414"/>
                </a:solidFill>
                <a:latin typeface="Plus Jakarta Sans ExtraBold"/>
                <a:ea typeface="Plus Jakarta Sans ExtraBold"/>
                <a:cs typeface="Plus Jakarta Sans ExtraBold"/>
                <a:sym typeface="Plus Jakarta Sans ExtraBold"/>
              </a:rPr>
              <a:t>SawitPRO NEW THEME 2026</a:t>
            </a:r>
            <a:endParaRPr sz="3664">
              <a:solidFill>
                <a:srgbClr val="141414"/>
              </a:solidFill>
              <a:latin typeface="Plus Jakarta Sans ExtraBold"/>
              <a:ea typeface="Plus Jakarta Sans ExtraBold"/>
              <a:cs typeface="Plus Jakarta Sans ExtraBold"/>
              <a:sym typeface="Plus Jakarta Sans ExtraBold"/>
            </a:endParaRPr>
          </a:p>
        </p:txBody>
      </p:sp>
      <p:sp>
        <p:nvSpPr>
          <p:cNvPr id="149" name="Google Shape;149;p35"/>
          <p:cNvSpPr txBox="1"/>
          <p:nvPr/>
        </p:nvSpPr>
        <p:spPr>
          <a:xfrm>
            <a:off x="2298900" y="180675"/>
            <a:ext cx="4546200" cy="425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GB">
                <a:solidFill>
                  <a:srgbClr val="141414"/>
                </a:solidFill>
                <a:latin typeface="Plus Jakarta Sans"/>
                <a:ea typeface="Plus Jakarta Sans"/>
                <a:cs typeface="Plus Jakarta Sans"/>
                <a:sym typeface="Plus Jakarta Sans"/>
              </a:rPr>
              <a:t>Design presentation for Reference</a:t>
            </a:r>
            <a:endParaRPr b="1" i="1">
              <a:solidFill>
                <a:srgbClr val="141414"/>
              </a:solidFill>
              <a:latin typeface="Plus Jakarta Sans"/>
              <a:ea typeface="Plus Jakarta Sans"/>
              <a:cs typeface="Plus Jakarta Sans"/>
              <a:sym typeface="Plus Jakarta Sans"/>
            </a:endParaRPr>
          </a:p>
        </p:txBody>
      </p:sp>
      <p:sp>
        <p:nvSpPr>
          <p:cNvPr id="150" name="Google Shape;150;p35"/>
          <p:cNvSpPr txBox="1"/>
          <p:nvPr/>
        </p:nvSpPr>
        <p:spPr>
          <a:xfrm>
            <a:off x="462375" y="2187295"/>
            <a:ext cx="7048200" cy="651300"/>
          </a:xfrm>
          <a:prstGeom prst="rect">
            <a:avLst/>
          </a:prstGeom>
          <a:noFill/>
          <a:ln>
            <a:noFill/>
          </a:ln>
        </p:spPr>
        <p:txBody>
          <a:bodyPr anchorCtr="0" anchor="t" bIns="115475" lIns="115475" spcFirstLastPara="1" rIns="115475" wrap="square" tIns="115475">
            <a:spAutoFit/>
          </a:bodyPr>
          <a:lstStyle/>
          <a:p>
            <a:pPr indent="0" lvl="0" marL="0" rtl="0" algn="l">
              <a:spcBef>
                <a:spcPts val="0"/>
              </a:spcBef>
              <a:spcAft>
                <a:spcPts val="0"/>
              </a:spcAft>
              <a:buNone/>
            </a:pPr>
            <a:r>
              <a:rPr b="1" lang="en-GB" sz="1516">
                <a:solidFill>
                  <a:schemeClr val="dk1"/>
                </a:solidFill>
                <a:latin typeface="Plus Jakarta Sans"/>
                <a:ea typeface="Plus Jakarta Sans"/>
                <a:cs typeface="Plus Jakarta Sans"/>
                <a:sym typeface="Plus Jakarta Sans"/>
              </a:rPr>
              <a:t>To be used for INTERNAL or EXTERNAL</a:t>
            </a:r>
            <a:endParaRPr b="1" sz="1516">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rPr i="1" lang="en-GB" sz="1200">
                <a:solidFill>
                  <a:srgbClr val="6B6B6B"/>
                </a:solidFill>
                <a:latin typeface="Plus Jakarta Sans"/>
                <a:ea typeface="Plus Jakarta Sans"/>
                <a:cs typeface="Plus Jakarta Sans"/>
                <a:sym typeface="Plus Jakarta Sans"/>
              </a:rPr>
              <a:t>(Please remove the “internal only” box for external use)</a:t>
            </a:r>
            <a:endParaRPr i="1" sz="1200">
              <a:solidFill>
                <a:srgbClr val="6B6B6B"/>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6"/>
          <p:cNvSpPr txBox="1"/>
          <p:nvPr>
            <p:ph type="title"/>
          </p:nvPr>
        </p:nvSpPr>
        <p:spPr>
          <a:xfrm>
            <a:off x="576500" y="929175"/>
            <a:ext cx="3138300" cy="83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6"/>
          <p:cNvSpPr txBox="1"/>
          <p:nvPr>
            <p:ph idx="1" type="subTitle"/>
          </p:nvPr>
        </p:nvSpPr>
        <p:spPr>
          <a:xfrm>
            <a:off x="576500" y="1765575"/>
            <a:ext cx="35700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6"/>
          <p:cNvSpPr txBox="1"/>
          <p:nvPr/>
        </p:nvSpPr>
        <p:spPr>
          <a:xfrm>
            <a:off x="576500" y="2403975"/>
            <a:ext cx="7598400" cy="18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7"/>
          <p:cNvSpPr txBox="1"/>
          <p:nvPr/>
        </p:nvSpPr>
        <p:spPr>
          <a:xfrm>
            <a:off x="576500" y="2421900"/>
            <a:ext cx="3722700" cy="19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163" name="Google Shape;163;p37"/>
          <p:cNvSpPr txBox="1"/>
          <p:nvPr/>
        </p:nvSpPr>
        <p:spPr>
          <a:xfrm>
            <a:off x="4757850" y="1046100"/>
            <a:ext cx="3722700" cy="12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164" name="Google Shape;164;p37"/>
          <p:cNvSpPr txBox="1"/>
          <p:nvPr/>
        </p:nvSpPr>
        <p:spPr>
          <a:xfrm>
            <a:off x="4757850" y="2768100"/>
            <a:ext cx="3722700" cy="12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165" name="Google Shape;165;p37"/>
          <p:cNvSpPr txBox="1"/>
          <p:nvPr>
            <p:ph type="title"/>
          </p:nvPr>
        </p:nvSpPr>
        <p:spPr>
          <a:xfrm>
            <a:off x="576500" y="929175"/>
            <a:ext cx="3138300" cy="83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7"/>
          <p:cNvSpPr txBox="1"/>
          <p:nvPr>
            <p:ph idx="1" type="subTitle"/>
          </p:nvPr>
        </p:nvSpPr>
        <p:spPr>
          <a:xfrm>
            <a:off x="576500" y="1765575"/>
            <a:ext cx="35700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8"/>
          <p:cNvSpPr txBox="1"/>
          <p:nvPr>
            <p:ph type="title"/>
          </p:nvPr>
        </p:nvSpPr>
        <p:spPr>
          <a:xfrm>
            <a:off x="576500" y="929175"/>
            <a:ext cx="3138300" cy="83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8"/>
          <p:cNvSpPr txBox="1"/>
          <p:nvPr>
            <p:ph idx="1" type="subTitle"/>
          </p:nvPr>
        </p:nvSpPr>
        <p:spPr>
          <a:xfrm>
            <a:off x="576500" y="1765575"/>
            <a:ext cx="35700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9"/>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78" name="Google Shape;178;p39"/>
          <p:cNvPicPr preferRelativeResize="0"/>
          <p:nvPr/>
        </p:nvPicPr>
        <p:blipFill>
          <a:blip r:embed="rId3">
            <a:alphaModFix/>
          </a:blip>
          <a:stretch>
            <a:fillRect/>
          </a:stretch>
        </p:blipFill>
        <p:spPr>
          <a:xfrm>
            <a:off x="3306049" y="3186149"/>
            <a:ext cx="489726" cy="489726"/>
          </a:xfrm>
          <a:prstGeom prst="rect">
            <a:avLst/>
          </a:prstGeom>
          <a:noFill/>
          <a:ln>
            <a:noFill/>
          </a:ln>
        </p:spPr>
      </p:pic>
      <p:pic>
        <p:nvPicPr>
          <p:cNvPr id="179" name="Google Shape;179;p39"/>
          <p:cNvPicPr preferRelativeResize="0"/>
          <p:nvPr/>
        </p:nvPicPr>
        <p:blipFill>
          <a:blip r:embed="rId4">
            <a:alphaModFix/>
          </a:blip>
          <a:stretch>
            <a:fillRect/>
          </a:stretch>
        </p:blipFill>
        <p:spPr>
          <a:xfrm>
            <a:off x="3284564" y="1757999"/>
            <a:ext cx="572700" cy="572700"/>
          </a:xfrm>
          <a:prstGeom prst="rect">
            <a:avLst/>
          </a:prstGeom>
          <a:noFill/>
          <a:ln>
            <a:noFill/>
          </a:ln>
        </p:spPr>
      </p:pic>
      <p:pic>
        <p:nvPicPr>
          <p:cNvPr id="180" name="Google Shape;180;p39"/>
          <p:cNvPicPr preferRelativeResize="0"/>
          <p:nvPr/>
        </p:nvPicPr>
        <p:blipFill>
          <a:blip r:embed="rId5">
            <a:alphaModFix/>
          </a:blip>
          <a:stretch>
            <a:fillRect/>
          </a:stretch>
        </p:blipFill>
        <p:spPr>
          <a:xfrm>
            <a:off x="629891" y="3148625"/>
            <a:ext cx="489744" cy="489806"/>
          </a:xfrm>
          <a:prstGeom prst="rect">
            <a:avLst/>
          </a:prstGeom>
          <a:noFill/>
          <a:ln>
            <a:noFill/>
          </a:ln>
        </p:spPr>
      </p:pic>
      <p:sp>
        <p:nvSpPr>
          <p:cNvPr id="181" name="Google Shape;181;p39"/>
          <p:cNvSpPr/>
          <p:nvPr/>
        </p:nvSpPr>
        <p:spPr>
          <a:xfrm>
            <a:off x="6055884" y="1906266"/>
            <a:ext cx="313524" cy="276156"/>
          </a:xfrm>
          <a:custGeom>
            <a:rect b="b" l="l" r="r" t="t"/>
            <a:pathLst>
              <a:path extrusionOk="0" h="21600" w="21600">
                <a:moveTo>
                  <a:pt x="21600" y="1475"/>
                </a:moveTo>
                <a:lnTo>
                  <a:pt x="21600" y="20125"/>
                </a:lnTo>
                <a:cubicBezTo>
                  <a:pt x="21600" y="20953"/>
                  <a:pt x="21015" y="21600"/>
                  <a:pt x="20303" y="21600"/>
                </a:cubicBezTo>
                <a:lnTo>
                  <a:pt x="1297" y="21600"/>
                </a:lnTo>
                <a:cubicBezTo>
                  <a:pt x="569" y="21600"/>
                  <a:pt x="0" y="20935"/>
                  <a:pt x="0" y="20125"/>
                </a:cubicBezTo>
                <a:lnTo>
                  <a:pt x="0" y="1475"/>
                </a:lnTo>
                <a:cubicBezTo>
                  <a:pt x="0" y="647"/>
                  <a:pt x="585" y="0"/>
                  <a:pt x="1297" y="0"/>
                </a:cubicBezTo>
                <a:lnTo>
                  <a:pt x="20303" y="0"/>
                </a:lnTo>
                <a:cubicBezTo>
                  <a:pt x="21015" y="0"/>
                  <a:pt x="21600" y="665"/>
                  <a:pt x="21600" y="1475"/>
                </a:cubicBezTo>
                <a:close/>
                <a:moveTo>
                  <a:pt x="16176" y="1960"/>
                </a:moveTo>
                <a:cubicBezTo>
                  <a:pt x="16176" y="2500"/>
                  <a:pt x="16603" y="2932"/>
                  <a:pt x="17046" y="2932"/>
                </a:cubicBezTo>
                <a:cubicBezTo>
                  <a:pt x="17505" y="2932"/>
                  <a:pt x="17900" y="2500"/>
                  <a:pt x="17900" y="1960"/>
                </a:cubicBezTo>
                <a:cubicBezTo>
                  <a:pt x="17900" y="1421"/>
                  <a:pt x="17505" y="989"/>
                  <a:pt x="17046" y="989"/>
                </a:cubicBezTo>
                <a:cubicBezTo>
                  <a:pt x="16603" y="989"/>
                  <a:pt x="16176" y="1421"/>
                  <a:pt x="16176" y="1960"/>
                </a:cubicBezTo>
                <a:close/>
                <a:moveTo>
                  <a:pt x="13820" y="1960"/>
                </a:moveTo>
                <a:cubicBezTo>
                  <a:pt x="13820" y="2500"/>
                  <a:pt x="14231" y="2932"/>
                  <a:pt x="14674" y="2932"/>
                </a:cubicBezTo>
                <a:cubicBezTo>
                  <a:pt x="15133" y="2932"/>
                  <a:pt x="15544" y="2500"/>
                  <a:pt x="15544" y="1960"/>
                </a:cubicBezTo>
                <a:cubicBezTo>
                  <a:pt x="15544" y="1421"/>
                  <a:pt x="15133" y="989"/>
                  <a:pt x="14674" y="989"/>
                </a:cubicBezTo>
                <a:cubicBezTo>
                  <a:pt x="14200" y="971"/>
                  <a:pt x="13820" y="1421"/>
                  <a:pt x="13820" y="1960"/>
                </a:cubicBezTo>
                <a:close/>
                <a:moveTo>
                  <a:pt x="20288" y="3939"/>
                </a:moveTo>
                <a:lnTo>
                  <a:pt x="1281" y="3939"/>
                </a:lnTo>
                <a:lnTo>
                  <a:pt x="1281" y="20323"/>
                </a:lnTo>
                <a:lnTo>
                  <a:pt x="20288" y="20323"/>
                </a:lnTo>
                <a:lnTo>
                  <a:pt x="20288" y="3939"/>
                </a:lnTo>
                <a:close/>
                <a:moveTo>
                  <a:pt x="20288" y="1960"/>
                </a:moveTo>
                <a:cubicBezTo>
                  <a:pt x="20288" y="1421"/>
                  <a:pt x="19892" y="989"/>
                  <a:pt x="19434" y="989"/>
                </a:cubicBezTo>
                <a:cubicBezTo>
                  <a:pt x="18975" y="989"/>
                  <a:pt x="18580" y="1439"/>
                  <a:pt x="18580" y="1960"/>
                </a:cubicBezTo>
                <a:cubicBezTo>
                  <a:pt x="18580" y="2500"/>
                  <a:pt x="18975" y="2932"/>
                  <a:pt x="19434" y="2932"/>
                </a:cubicBezTo>
                <a:cubicBezTo>
                  <a:pt x="19892" y="2932"/>
                  <a:pt x="20288" y="2500"/>
                  <a:pt x="20288" y="1960"/>
                </a:cubicBezTo>
                <a:close/>
                <a:moveTo>
                  <a:pt x="8001" y="6870"/>
                </a:moveTo>
                <a:lnTo>
                  <a:pt x="14642" y="6870"/>
                </a:lnTo>
                <a:lnTo>
                  <a:pt x="14642" y="5449"/>
                </a:lnTo>
                <a:lnTo>
                  <a:pt x="8001" y="5449"/>
                </a:lnTo>
                <a:lnTo>
                  <a:pt x="8001" y="6870"/>
                </a:lnTo>
                <a:close/>
                <a:moveTo>
                  <a:pt x="10610" y="10144"/>
                </a:moveTo>
                <a:lnTo>
                  <a:pt x="19023" y="10144"/>
                </a:lnTo>
                <a:lnTo>
                  <a:pt x="19023" y="8705"/>
                </a:lnTo>
                <a:lnTo>
                  <a:pt x="10610" y="8705"/>
                </a:lnTo>
                <a:lnTo>
                  <a:pt x="10610" y="10144"/>
                </a:lnTo>
                <a:close/>
                <a:moveTo>
                  <a:pt x="10610" y="12967"/>
                </a:moveTo>
                <a:lnTo>
                  <a:pt x="19023" y="12967"/>
                </a:lnTo>
                <a:lnTo>
                  <a:pt x="19023" y="11546"/>
                </a:lnTo>
                <a:lnTo>
                  <a:pt x="10610" y="11546"/>
                </a:lnTo>
                <a:lnTo>
                  <a:pt x="10610" y="12967"/>
                </a:lnTo>
                <a:close/>
                <a:moveTo>
                  <a:pt x="10610" y="15845"/>
                </a:moveTo>
                <a:lnTo>
                  <a:pt x="19023" y="15845"/>
                </a:lnTo>
                <a:lnTo>
                  <a:pt x="19023" y="14424"/>
                </a:lnTo>
                <a:lnTo>
                  <a:pt x="10610" y="14424"/>
                </a:lnTo>
                <a:lnTo>
                  <a:pt x="10610" y="15845"/>
                </a:lnTo>
                <a:close/>
                <a:moveTo>
                  <a:pt x="2467" y="18686"/>
                </a:moveTo>
                <a:lnTo>
                  <a:pt x="19023" y="18686"/>
                </a:lnTo>
                <a:lnTo>
                  <a:pt x="19023" y="17266"/>
                </a:lnTo>
                <a:lnTo>
                  <a:pt x="2467" y="17266"/>
                </a:lnTo>
                <a:lnTo>
                  <a:pt x="2467" y="18686"/>
                </a:lnTo>
                <a:close/>
                <a:moveTo>
                  <a:pt x="2467" y="15719"/>
                </a:moveTo>
                <a:lnTo>
                  <a:pt x="8381" y="15719"/>
                </a:lnTo>
                <a:lnTo>
                  <a:pt x="8381" y="8705"/>
                </a:lnTo>
                <a:lnTo>
                  <a:pt x="2467" y="8705"/>
                </a:lnTo>
                <a:lnTo>
                  <a:pt x="2467" y="15719"/>
                </a:lnTo>
                <a:close/>
              </a:path>
            </a:pathLst>
          </a:custGeom>
          <a:solidFill>
            <a:srgbClr val="3C5337"/>
          </a:solidFill>
          <a:ln>
            <a:noFill/>
          </a:ln>
        </p:spPr>
        <p:txBody>
          <a:bodyPr anchorCtr="0" anchor="ctr" bIns="20775" lIns="14600" spcFirstLastPara="1" rIns="14600" wrap="square" tIns="20775">
            <a:noAutofit/>
          </a:bodyPr>
          <a:lstStyle/>
          <a:p>
            <a:pPr indent="0" lvl="0" marL="0" marR="0" rtl="0" algn="l">
              <a:lnSpc>
                <a:spcPct val="93000"/>
              </a:lnSpc>
              <a:spcBef>
                <a:spcPts val="0"/>
              </a:spcBef>
              <a:spcAft>
                <a:spcPts val="0"/>
              </a:spcAft>
              <a:buNone/>
            </a:pPr>
            <a:r>
              <a:t/>
            </a:r>
            <a:endParaRPr sz="1092">
              <a:solidFill>
                <a:srgbClr val="000000"/>
              </a:solidFill>
              <a:latin typeface="Arial"/>
              <a:ea typeface="Arial"/>
              <a:cs typeface="Arial"/>
              <a:sym typeface="Arial"/>
            </a:endParaRPr>
          </a:p>
        </p:txBody>
      </p:sp>
      <p:pic>
        <p:nvPicPr>
          <p:cNvPr id="182" name="Google Shape;182;p39"/>
          <p:cNvPicPr preferRelativeResize="0"/>
          <p:nvPr/>
        </p:nvPicPr>
        <p:blipFill>
          <a:blip r:embed="rId6">
            <a:alphaModFix/>
          </a:blip>
          <a:stretch>
            <a:fillRect/>
          </a:stretch>
        </p:blipFill>
        <p:spPr>
          <a:xfrm>
            <a:off x="6037851" y="3209526"/>
            <a:ext cx="489726" cy="489754"/>
          </a:xfrm>
          <a:prstGeom prst="rect">
            <a:avLst/>
          </a:prstGeom>
          <a:noFill/>
          <a:ln>
            <a:noFill/>
          </a:ln>
        </p:spPr>
      </p:pic>
      <p:sp>
        <p:nvSpPr>
          <p:cNvPr id="183" name="Google Shape;183;p39"/>
          <p:cNvSpPr txBox="1"/>
          <p:nvPr/>
        </p:nvSpPr>
        <p:spPr>
          <a:xfrm>
            <a:off x="574250" y="2293238"/>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184" name="Google Shape;184;p39"/>
          <p:cNvSpPr txBox="1"/>
          <p:nvPr/>
        </p:nvSpPr>
        <p:spPr>
          <a:xfrm>
            <a:off x="574250" y="2452075"/>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Medium"/>
                <a:ea typeface="Plus Jakarta Sans Medium"/>
                <a:cs typeface="Plus Jakarta Sans Medium"/>
                <a:sym typeface="Plus Jakarta Sans Medium"/>
              </a:rPr>
              <a:t>Sanctus est Lorem sus  ipsusitn druamet. Lorem esomdo ipsos.</a:t>
            </a:r>
            <a:endParaRPr sz="1100">
              <a:solidFill>
                <a:srgbClr val="595457"/>
              </a:solidFill>
              <a:latin typeface="Plus Jakarta Sans Medium"/>
              <a:ea typeface="Plus Jakarta Sans Medium"/>
              <a:cs typeface="Plus Jakarta Sans Medium"/>
              <a:sym typeface="Plus Jakarta Sans Medium"/>
            </a:endParaRPr>
          </a:p>
        </p:txBody>
      </p:sp>
      <p:sp>
        <p:nvSpPr>
          <p:cNvPr id="185" name="Google Shape;185;p39"/>
          <p:cNvSpPr/>
          <p:nvPr/>
        </p:nvSpPr>
        <p:spPr>
          <a:xfrm>
            <a:off x="663549" y="1838248"/>
            <a:ext cx="422417" cy="352535"/>
          </a:xfrm>
          <a:custGeom>
            <a:rect b="b" l="l" r="r" t="t"/>
            <a:pathLst>
              <a:path extrusionOk="0" h="21542" w="21508">
                <a:moveTo>
                  <a:pt x="21409" y="5972"/>
                </a:moveTo>
                <a:lnTo>
                  <a:pt x="19763" y="8186"/>
                </a:lnTo>
                <a:lnTo>
                  <a:pt x="18666" y="10220"/>
                </a:lnTo>
                <a:cubicBezTo>
                  <a:pt x="18473" y="10526"/>
                  <a:pt x="18266" y="10760"/>
                  <a:pt x="18029" y="10994"/>
                </a:cubicBezTo>
                <a:cubicBezTo>
                  <a:pt x="17732" y="11282"/>
                  <a:pt x="17421" y="11498"/>
                  <a:pt x="17080" y="11678"/>
                </a:cubicBezTo>
                <a:cubicBezTo>
                  <a:pt x="16887" y="11768"/>
                  <a:pt x="16680" y="11840"/>
                  <a:pt x="16472" y="11894"/>
                </a:cubicBezTo>
                <a:cubicBezTo>
                  <a:pt x="16472" y="11894"/>
                  <a:pt x="16472" y="11894"/>
                  <a:pt x="16457" y="11894"/>
                </a:cubicBezTo>
                <a:cubicBezTo>
                  <a:pt x="16264" y="11930"/>
                  <a:pt x="16087" y="11984"/>
                  <a:pt x="15879" y="11984"/>
                </a:cubicBezTo>
                <a:cubicBezTo>
                  <a:pt x="16087" y="11984"/>
                  <a:pt x="16279" y="11930"/>
                  <a:pt x="16472" y="11894"/>
                </a:cubicBezTo>
                <a:cubicBezTo>
                  <a:pt x="16472" y="11894"/>
                  <a:pt x="16472" y="11894"/>
                  <a:pt x="16487" y="11894"/>
                </a:cubicBezTo>
                <a:lnTo>
                  <a:pt x="17273" y="12848"/>
                </a:lnTo>
                <a:cubicBezTo>
                  <a:pt x="17273" y="12848"/>
                  <a:pt x="17273" y="12866"/>
                  <a:pt x="17287" y="12866"/>
                </a:cubicBezTo>
                <a:cubicBezTo>
                  <a:pt x="17539" y="13172"/>
                  <a:pt x="17717" y="13586"/>
                  <a:pt x="17717" y="14054"/>
                </a:cubicBezTo>
                <a:cubicBezTo>
                  <a:pt x="17717" y="14972"/>
                  <a:pt x="17110" y="15692"/>
                  <a:pt x="16368" y="15692"/>
                </a:cubicBezTo>
                <a:cubicBezTo>
                  <a:pt x="16294" y="15692"/>
                  <a:pt x="16220" y="15692"/>
                  <a:pt x="16131" y="15674"/>
                </a:cubicBezTo>
                <a:cubicBezTo>
                  <a:pt x="16146" y="15782"/>
                  <a:pt x="16146" y="15872"/>
                  <a:pt x="16146" y="15980"/>
                </a:cubicBezTo>
                <a:cubicBezTo>
                  <a:pt x="16146" y="16898"/>
                  <a:pt x="15538" y="17618"/>
                  <a:pt x="14797" y="17618"/>
                </a:cubicBezTo>
                <a:cubicBezTo>
                  <a:pt x="14708" y="17618"/>
                  <a:pt x="14619" y="17618"/>
                  <a:pt x="14545" y="17600"/>
                </a:cubicBezTo>
                <a:cubicBezTo>
                  <a:pt x="14545" y="17690"/>
                  <a:pt x="14560" y="17780"/>
                  <a:pt x="14560" y="17888"/>
                </a:cubicBezTo>
                <a:cubicBezTo>
                  <a:pt x="14560" y="18788"/>
                  <a:pt x="13952" y="19526"/>
                  <a:pt x="13211" y="19526"/>
                </a:cubicBezTo>
                <a:cubicBezTo>
                  <a:pt x="13136" y="19526"/>
                  <a:pt x="13062" y="19526"/>
                  <a:pt x="12973" y="19508"/>
                </a:cubicBezTo>
                <a:cubicBezTo>
                  <a:pt x="12988" y="19616"/>
                  <a:pt x="12988" y="19706"/>
                  <a:pt x="12988" y="19814"/>
                </a:cubicBezTo>
                <a:cubicBezTo>
                  <a:pt x="12988" y="20714"/>
                  <a:pt x="12395" y="21452"/>
                  <a:pt x="11639" y="21452"/>
                </a:cubicBezTo>
                <a:cubicBezTo>
                  <a:pt x="11254" y="21452"/>
                  <a:pt x="10898" y="21236"/>
                  <a:pt x="10646" y="20912"/>
                </a:cubicBezTo>
                <a:cubicBezTo>
                  <a:pt x="10616" y="20894"/>
                  <a:pt x="10601" y="20876"/>
                  <a:pt x="10587" y="20858"/>
                </a:cubicBezTo>
                <a:lnTo>
                  <a:pt x="9430" y="19436"/>
                </a:lnTo>
                <a:lnTo>
                  <a:pt x="8215" y="20912"/>
                </a:lnTo>
                <a:cubicBezTo>
                  <a:pt x="7977" y="21308"/>
                  <a:pt x="7607" y="21542"/>
                  <a:pt x="7177" y="21542"/>
                </a:cubicBezTo>
                <a:cubicBezTo>
                  <a:pt x="6450" y="21542"/>
                  <a:pt x="5887" y="20822"/>
                  <a:pt x="5887" y="19958"/>
                </a:cubicBezTo>
                <a:cubicBezTo>
                  <a:pt x="5887" y="19832"/>
                  <a:pt x="5887" y="19706"/>
                  <a:pt x="5917" y="19580"/>
                </a:cubicBezTo>
                <a:cubicBezTo>
                  <a:pt x="5813" y="19598"/>
                  <a:pt x="5709" y="19616"/>
                  <a:pt x="5590" y="19616"/>
                </a:cubicBezTo>
                <a:cubicBezTo>
                  <a:pt x="4864" y="19616"/>
                  <a:pt x="4301" y="18896"/>
                  <a:pt x="4301" y="18032"/>
                </a:cubicBezTo>
                <a:cubicBezTo>
                  <a:pt x="4301" y="17906"/>
                  <a:pt x="4301" y="17798"/>
                  <a:pt x="4330" y="17690"/>
                </a:cubicBezTo>
                <a:cubicBezTo>
                  <a:pt x="4227" y="17708"/>
                  <a:pt x="4123" y="17726"/>
                  <a:pt x="4004" y="17726"/>
                </a:cubicBezTo>
                <a:cubicBezTo>
                  <a:pt x="3278" y="17726"/>
                  <a:pt x="2714" y="17024"/>
                  <a:pt x="2714" y="16160"/>
                </a:cubicBezTo>
                <a:cubicBezTo>
                  <a:pt x="2714" y="16016"/>
                  <a:pt x="2714" y="15890"/>
                  <a:pt x="2744" y="15782"/>
                </a:cubicBezTo>
                <a:cubicBezTo>
                  <a:pt x="2655" y="15800"/>
                  <a:pt x="2566" y="15800"/>
                  <a:pt x="2477" y="15800"/>
                </a:cubicBezTo>
                <a:cubicBezTo>
                  <a:pt x="1751" y="15800"/>
                  <a:pt x="1173" y="15098"/>
                  <a:pt x="1173" y="14234"/>
                </a:cubicBezTo>
                <a:cubicBezTo>
                  <a:pt x="1173" y="13910"/>
                  <a:pt x="1262" y="13586"/>
                  <a:pt x="1410" y="13316"/>
                </a:cubicBezTo>
                <a:cubicBezTo>
                  <a:pt x="1410" y="13298"/>
                  <a:pt x="1410" y="13280"/>
                  <a:pt x="1425" y="13280"/>
                </a:cubicBezTo>
                <a:cubicBezTo>
                  <a:pt x="1439" y="13262"/>
                  <a:pt x="1484" y="13208"/>
                  <a:pt x="1514" y="13172"/>
                </a:cubicBezTo>
                <a:cubicBezTo>
                  <a:pt x="1543" y="13118"/>
                  <a:pt x="1573" y="13064"/>
                  <a:pt x="1617" y="13028"/>
                </a:cubicBezTo>
                <a:cubicBezTo>
                  <a:pt x="1958" y="12578"/>
                  <a:pt x="2522" y="11930"/>
                  <a:pt x="2907" y="11480"/>
                </a:cubicBezTo>
                <a:lnTo>
                  <a:pt x="135" y="8150"/>
                </a:lnTo>
                <a:cubicBezTo>
                  <a:pt x="1" y="7970"/>
                  <a:pt x="-43" y="7736"/>
                  <a:pt x="46" y="7610"/>
                </a:cubicBezTo>
                <a:cubicBezTo>
                  <a:pt x="165" y="7502"/>
                  <a:pt x="342" y="7538"/>
                  <a:pt x="491" y="7718"/>
                </a:cubicBezTo>
                <a:lnTo>
                  <a:pt x="3263" y="11048"/>
                </a:lnTo>
                <a:cubicBezTo>
                  <a:pt x="3485" y="10742"/>
                  <a:pt x="3826" y="10544"/>
                  <a:pt x="4212" y="10544"/>
                </a:cubicBezTo>
                <a:cubicBezTo>
                  <a:pt x="4938" y="10544"/>
                  <a:pt x="5502" y="11264"/>
                  <a:pt x="5502" y="12128"/>
                </a:cubicBezTo>
                <a:cubicBezTo>
                  <a:pt x="5502" y="12254"/>
                  <a:pt x="5502" y="12380"/>
                  <a:pt x="5472" y="12488"/>
                </a:cubicBezTo>
                <a:cubicBezTo>
                  <a:pt x="5561" y="12470"/>
                  <a:pt x="5650" y="12470"/>
                  <a:pt x="5739" y="12470"/>
                </a:cubicBezTo>
                <a:cubicBezTo>
                  <a:pt x="6465" y="12470"/>
                  <a:pt x="7043" y="13190"/>
                  <a:pt x="7043" y="14054"/>
                </a:cubicBezTo>
                <a:cubicBezTo>
                  <a:pt x="7043" y="14180"/>
                  <a:pt x="7043" y="14288"/>
                  <a:pt x="6999" y="14396"/>
                </a:cubicBezTo>
                <a:cubicBezTo>
                  <a:pt x="7117" y="14378"/>
                  <a:pt x="7221" y="14360"/>
                  <a:pt x="7325" y="14360"/>
                </a:cubicBezTo>
                <a:cubicBezTo>
                  <a:pt x="8051" y="14360"/>
                  <a:pt x="8630" y="15080"/>
                  <a:pt x="8630" y="15944"/>
                </a:cubicBezTo>
                <a:cubicBezTo>
                  <a:pt x="8630" y="16070"/>
                  <a:pt x="8630" y="16196"/>
                  <a:pt x="8585" y="16322"/>
                </a:cubicBezTo>
                <a:cubicBezTo>
                  <a:pt x="8704" y="16304"/>
                  <a:pt x="8808" y="16286"/>
                  <a:pt x="8911" y="16286"/>
                </a:cubicBezTo>
                <a:cubicBezTo>
                  <a:pt x="9638" y="16286"/>
                  <a:pt x="10216" y="17006"/>
                  <a:pt x="10216" y="17870"/>
                </a:cubicBezTo>
                <a:cubicBezTo>
                  <a:pt x="10216" y="18230"/>
                  <a:pt x="10112" y="18608"/>
                  <a:pt x="9934" y="18860"/>
                </a:cubicBezTo>
                <a:cubicBezTo>
                  <a:pt x="9934" y="18860"/>
                  <a:pt x="9934" y="18878"/>
                  <a:pt x="9905" y="18878"/>
                </a:cubicBezTo>
                <a:lnTo>
                  <a:pt x="9816" y="18986"/>
                </a:lnTo>
                <a:lnTo>
                  <a:pt x="11002" y="20426"/>
                </a:lnTo>
                <a:cubicBezTo>
                  <a:pt x="11165" y="20678"/>
                  <a:pt x="11402" y="20822"/>
                  <a:pt x="11698" y="20822"/>
                </a:cubicBezTo>
                <a:cubicBezTo>
                  <a:pt x="12173" y="20822"/>
                  <a:pt x="12543" y="20354"/>
                  <a:pt x="12543" y="19796"/>
                </a:cubicBezTo>
                <a:cubicBezTo>
                  <a:pt x="12543" y="19508"/>
                  <a:pt x="12454" y="19256"/>
                  <a:pt x="12306" y="19076"/>
                </a:cubicBezTo>
                <a:cubicBezTo>
                  <a:pt x="12247" y="19040"/>
                  <a:pt x="12217" y="18968"/>
                  <a:pt x="12173" y="18896"/>
                </a:cubicBezTo>
                <a:lnTo>
                  <a:pt x="11565" y="18176"/>
                </a:lnTo>
                <a:lnTo>
                  <a:pt x="10142" y="16430"/>
                </a:lnTo>
                <a:cubicBezTo>
                  <a:pt x="10053" y="16322"/>
                  <a:pt x="10053" y="16124"/>
                  <a:pt x="10142" y="16016"/>
                </a:cubicBezTo>
                <a:cubicBezTo>
                  <a:pt x="10231" y="15908"/>
                  <a:pt x="10394" y="15908"/>
                  <a:pt x="10483" y="16016"/>
                </a:cubicBezTo>
                <a:lnTo>
                  <a:pt x="11876" y="17708"/>
                </a:lnTo>
                <a:lnTo>
                  <a:pt x="12425" y="18392"/>
                </a:lnTo>
                <a:lnTo>
                  <a:pt x="12529" y="18518"/>
                </a:lnTo>
                <a:cubicBezTo>
                  <a:pt x="12692" y="18770"/>
                  <a:pt x="12944" y="18932"/>
                  <a:pt x="13225" y="18932"/>
                </a:cubicBezTo>
                <a:cubicBezTo>
                  <a:pt x="13715" y="18932"/>
                  <a:pt x="14085" y="18446"/>
                  <a:pt x="14085" y="17888"/>
                </a:cubicBezTo>
                <a:cubicBezTo>
                  <a:pt x="14085" y="17600"/>
                  <a:pt x="13996" y="17348"/>
                  <a:pt x="13833" y="17168"/>
                </a:cubicBezTo>
                <a:cubicBezTo>
                  <a:pt x="13804" y="17132"/>
                  <a:pt x="13759" y="17078"/>
                  <a:pt x="13729" y="17042"/>
                </a:cubicBezTo>
                <a:lnTo>
                  <a:pt x="13077" y="16268"/>
                </a:lnTo>
                <a:lnTo>
                  <a:pt x="11713" y="14594"/>
                </a:lnTo>
                <a:cubicBezTo>
                  <a:pt x="11624" y="14486"/>
                  <a:pt x="11624" y="14288"/>
                  <a:pt x="11713" y="14180"/>
                </a:cubicBezTo>
                <a:cubicBezTo>
                  <a:pt x="11802" y="14072"/>
                  <a:pt x="11965" y="14072"/>
                  <a:pt x="12054" y="14180"/>
                </a:cubicBezTo>
                <a:lnTo>
                  <a:pt x="13418" y="15854"/>
                </a:lnTo>
                <a:lnTo>
                  <a:pt x="13996" y="16538"/>
                </a:lnTo>
                <a:lnTo>
                  <a:pt x="14085" y="16646"/>
                </a:lnTo>
                <a:cubicBezTo>
                  <a:pt x="14248" y="16916"/>
                  <a:pt x="14485" y="17060"/>
                  <a:pt x="14782" y="17060"/>
                </a:cubicBezTo>
                <a:cubicBezTo>
                  <a:pt x="15256" y="17060"/>
                  <a:pt x="15627" y="16592"/>
                  <a:pt x="15627" y="16016"/>
                </a:cubicBezTo>
                <a:cubicBezTo>
                  <a:pt x="15627" y="15746"/>
                  <a:pt x="15538" y="15476"/>
                  <a:pt x="15390" y="15314"/>
                </a:cubicBezTo>
                <a:cubicBezTo>
                  <a:pt x="15331" y="15260"/>
                  <a:pt x="15301" y="15206"/>
                  <a:pt x="15256" y="15134"/>
                </a:cubicBezTo>
                <a:lnTo>
                  <a:pt x="13314" y="12776"/>
                </a:lnTo>
                <a:cubicBezTo>
                  <a:pt x="13225" y="12668"/>
                  <a:pt x="13225" y="12470"/>
                  <a:pt x="13314" y="12362"/>
                </a:cubicBezTo>
                <a:cubicBezTo>
                  <a:pt x="13403" y="12254"/>
                  <a:pt x="13566" y="12254"/>
                  <a:pt x="13655" y="12362"/>
                </a:cubicBezTo>
                <a:lnTo>
                  <a:pt x="15597" y="14720"/>
                </a:lnTo>
                <a:lnTo>
                  <a:pt x="15627" y="14774"/>
                </a:lnTo>
                <a:cubicBezTo>
                  <a:pt x="15790" y="15026"/>
                  <a:pt x="16042" y="15188"/>
                  <a:pt x="16324" y="15188"/>
                </a:cubicBezTo>
                <a:cubicBezTo>
                  <a:pt x="16813" y="15188"/>
                  <a:pt x="17184" y="14702"/>
                  <a:pt x="17184" y="14144"/>
                </a:cubicBezTo>
                <a:cubicBezTo>
                  <a:pt x="17184" y="13874"/>
                  <a:pt x="17110" y="13640"/>
                  <a:pt x="16976" y="13478"/>
                </a:cubicBezTo>
                <a:lnTo>
                  <a:pt x="14901" y="10958"/>
                </a:lnTo>
                <a:cubicBezTo>
                  <a:pt x="14886" y="10940"/>
                  <a:pt x="14871" y="10886"/>
                  <a:pt x="14856" y="10868"/>
                </a:cubicBezTo>
                <a:lnTo>
                  <a:pt x="11787" y="7142"/>
                </a:lnTo>
                <a:lnTo>
                  <a:pt x="11298" y="6566"/>
                </a:lnTo>
                <a:cubicBezTo>
                  <a:pt x="11268" y="6512"/>
                  <a:pt x="11254" y="6476"/>
                  <a:pt x="11224" y="6440"/>
                </a:cubicBezTo>
                <a:cubicBezTo>
                  <a:pt x="11224" y="6404"/>
                  <a:pt x="11209" y="6386"/>
                  <a:pt x="11209" y="6368"/>
                </a:cubicBezTo>
                <a:cubicBezTo>
                  <a:pt x="10957" y="5738"/>
                  <a:pt x="10394" y="5324"/>
                  <a:pt x="9771" y="5324"/>
                </a:cubicBezTo>
                <a:cubicBezTo>
                  <a:pt x="9401" y="5324"/>
                  <a:pt x="9030" y="5504"/>
                  <a:pt x="8748" y="5756"/>
                </a:cubicBezTo>
                <a:lnTo>
                  <a:pt x="8748" y="5792"/>
                </a:lnTo>
                <a:lnTo>
                  <a:pt x="8215" y="8618"/>
                </a:lnTo>
                <a:cubicBezTo>
                  <a:pt x="8215" y="8690"/>
                  <a:pt x="8200" y="8744"/>
                  <a:pt x="8170" y="8816"/>
                </a:cubicBezTo>
                <a:cubicBezTo>
                  <a:pt x="8007" y="9392"/>
                  <a:pt x="7533" y="9824"/>
                  <a:pt x="6984" y="9824"/>
                </a:cubicBezTo>
                <a:cubicBezTo>
                  <a:pt x="6302" y="9824"/>
                  <a:pt x="5754" y="9158"/>
                  <a:pt x="5754" y="8330"/>
                </a:cubicBezTo>
                <a:cubicBezTo>
                  <a:pt x="5754" y="8258"/>
                  <a:pt x="5754" y="8150"/>
                  <a:pt x="5768" y="8060"/>
                </a:cubicBezTo>
                <a:cubicBezTo>
                  <a:pt x="5768" y="8042"/>
                  <a:pt x="5768" y="7988"/>
                  <a:pt x="5798" y="7952"/>
                </a:cubicBezTo>
                <a:cubicBezTo>
                  <a:pt x="6095" y="6386"/>
                  <a:pt x="6984" y="1670"/>
                  <a:pt x="6984" y="1670"/>
                </a:cubicBezTo>
                <a:cubicBezTo>
                  <a:pt x="6999" y="1580"/>
                  <a:pt x="7043" y="1472"/>
                  <a:pt x="7073" y="1418"/>
                </a:cubicBezTo>
                <a:cubicBezTo>
                  <a:pt x="7251" y="806"/>
                  <a:pt x="7740" y="374"/>
                  <a:pt x="8303" y="374"/>
                </a:cubicBezTo>
                <a:cubicBezTo>
                  <a:pt x="8481" y="374"/>
                  <a:pt x="8644" y="410"/>
                  <a:pt x="8808" y="500"/>
                </a:cubicBezTo>
                <a:lnTo>
                  <a:pt x="14574" y="2066"/>
                </a:lnTo>
                <a:lnTo>
                  <a:pt x="16012" y="158"/>
                </a:lnTo>
                <a:cubicBezTo>
                  <a:pt x="16176" y="-40"/>
                  <a:pt x="16413" y="-58"/>
                  <a:pt x="16576" y="140"/>
                </a:cubicBezTo>
                <a:lnTo>
                  <a:pt x="21335" y="5378"/>
                </a:lnTo>
                <a:cubicBezTo>
                  <a:pt x="21542" y="5468"/>
                  <a:pt x="21557" y="5756"/>
                  <a:pt x="21409" y="5972"/>
                </a:cubicBezTo>
              </a:path>
            </a:pathLst>
          </a:custGeom>
          <a:solidFill>
            <a:srgbClr val="3C5337"/>
          </a:solidFill>
          <a:ln>
            <a:noFill/>
          </a:ln>
        </p:spPr>
        <p:txBody>
          <a:bodyPr anchorCtr="0" anchor="ctr" bIns="20775" lIns="14625" spcFirstLastPara="1" rIns="14625" wrap="square" tIns="20775">
            <a:noAutofit/>
          </a:bodyPr>
          <a:lstStyle/>
          <a:p>
            <a:pPr indent="0" lvl="0" marL="0" marR="0" rtl="0" algn="l">
              <a:lnSpc>
                <a:spcPct val="93000"/>
              </a:lnSpc>
              <a:spcBef>
                <a:spcPts val="0"/>
              </a:spcBef>
              <a:spcAft>
                <a:spcPts val="0"/>
              </a:spcAft>
              <a:buNone/>
            </a:pPr>
            <a:r>
              <a:t/>
            </a:r>
            <a:endParaRPr sz="1092">
              <a:solidFill>
                <a:srgbClr val="000000"/>
              </a:solidFill>
              <a:latin typeface="Arial"/>
              <a:ea typeface="Arial"/>
              <a:cs typeface="Arial"/>
              <a:sym typeface="Arial"/>
            </a:endParaRPr>
          </a:p>
        </p:txBody>
      </p:sp>
      <p:sp>
        <p:nvSpPr>
          <p:cNvPr id="186" name="Google Shape;186;p39"/>
          <p:cNvSpPr txBox="1"/>
          <p:nvPr/>
        </p:nvSpPr>
        <p:spPr>
          <a:xfrm>
            <a:off x="574250" y="3638413"/>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187" name="Google Shape;187;p39"/>
          <p:cNvSpPr txBox="1"/>
          <p:nvPr/>
        </p:nvSpPr>
        <p:spPr>
          <a:xfrm>
            <a:off x="574250" y="3797250"/>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Medium"/>
                <a:ea typeface="Plus Jakarta Sans Medium"/>
                <a:cs typeface="Plus Jakarta Sans Medium"/>
                <a:sym typeface="Plus Jakarta Sans Medium"/>
              </a:rPr>
              <a:t>Sanctus est Lorem sus  ipsusitn druamet. Lorem esomdo ipsos.</a:t>
            </a:r>
            <a:endParaRPr sz="1100">
              <a:solidFill>
                <a:srgbClr val="595457"/>
              </a:solidFill>
              <a:latin typeface="Plus Jakarta Sans Medium"/>
              <a:ea typeface="Plus Jakarta Sans Medium"/>
              <a:cs typeface="Plus Jakarta Sans Medium"/>
              <a:sym typeface="Plus Jakarta Sans Medium"/>
            </a:endParaRPr>
          </a:p>
        </p:txBody>
      </p:sp>
      <p:sp>
        <p:nvSpPr>
          <p:cNvPr id="188" name="Google Shape;188;p39"/>
          <p:cNvSpPr txBox="1"/>
          <p:nvPr/>
        </p:nvSpPr>
        <p:spPr>
          <a:xfrm>
            <a:off x="3263075" y="2303197"/>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189" name="Google Shape;189;p39"/>
          <p:cNvSpPr txBox="1"/>
          <p:nvPr/>
        </p:nvSpPr>
        <p:spPr>
          <a:xfrm>
            <a:off x="3263075" y="2462034"/>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Medium"/>
                <a:ea typeface="Plus Jakarta Sans Medium"/>
                <a:cs typeface="Plus Jakarta Sans Medium"/>
                <a:sym typeface="Plus Jakarta Sans Medium"/>
              </a:rPr>
              <a:t>Sanctus est Lorem sus  ipsusitn druamet. Lorem esomdo ipsos.</a:t>
            </a:r>
            <a:endParaRPr sz="1100">
              <a:solidFill>
                <a:srgbClr val="595457"/>
              </a:solidFill>
              <a:latin typeface="Plus Jakarta Sans Medium"/>
              <a:ea typeface="Plus Jakarta Sans Medium"/>
              <a:cs typeface="Plus Jakarta Sans Medium"/>
              <a:sym typeface="Plus Jakarta Sans Medium"/>
            </a:endParaRPr>
          </a:p>
        </p:txBody>
      </p:sp>
      <p:sp>
        <p:nvSpPr>
          <p:cNvPr id="190" name="Google Shape;190;p39"/>
          <p:cNvSpPr txBox="1"/>
          <p:nvPr/>
        </p:nvSpPr>
        <p:spPr>
          <a:xfrm>
            <a:off x="3306050" y="3678138"/>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191" name="Google Shape;191;p39"/>
          <p:cNvSpPr txBox="1"/>
          <p:nvPr/>
        </p:nvSpPr>
        <p:spPr>
          <a:xfrm>
            <a:off x="3306050" y="3836975"/>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Medium"/>
                <a:ea typeface="Plus Jakarta Sans Medium"/>
                <a:cs typeface="Plus Jakarta Sans Medium"/>
                <a:sym typeface="Plus Jakarta Sans Medium"/>
              </a:rPr>
              <a:t>Sanctus est Lorem sus  ipsusitn druamet. Lorem esomdo ipsos.</a:t>
            </a:r>
            <a:endParaRPr sz="1100">
              <a:solidFill>
                <a:srgbClr val="595457"/>
              </a:solidFill>
              <a:latin typeface="Plus Jakarta Sans Medium"/>
              <a:ea typeface="Plus Jakarta Sans Medium"/>
              <a:cs typeface="Plus Jakarta Sans Medium"/>
              <a:sym typeface="Plus Jakarta Sans Medium"/>
            </a:endParaRPr>
          </a:p>
        </p:txBody>
      </p:sp>
      <p:sp>
        <p:nvSpPr>
          <p:cNvPr id="192" name="Google Shape;192;p39"/>
          <p:cNvSpPr txBox="1"/>
          <p:nvPr/>
        </p:nvSpPr>
        <p:spPr>
          <a:xfrm>
            <a:off x="5951900" y="2340284"/>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193" name="Google Shape;193;p39"/>
          <p:cNvSpPr txBox="1"/>
          <p:nvPr/>
        </p:nvSpPr>
        <p:spPr>
          <a:xfrm>
            <a:off x="5951900" y="2499122"/>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Medium"/>
                <a:ea typeface="Plus Jakarta Sans Medium"/>
                <a:cs typeface="Plus Jakarta Sans Medium"/>
                <a:sym typeface="Plus Jakarta Sans Medium"/>
              </a:rPr>
              <a:t>Sanctus est Lorem sus  ipsusitn druamet. Lorem esomdo ipsos.</a:t>
            </a:r>
            <a:endParaRPr sz="1100">
              <a:solidFill>
                <a:srgbClr val="595457"/>
              </a:solidFill>
              <a:latin typeface="Plus Jakarta Sans Medium"/>
              <a:ea typeface="Plus Jakarta Sans Medium"/>
              <a:cs typeface="Plus Jakarta Sans Medium"/>
              <a:sym typeface="Plus Jakarta Sans Medium"/>
            </a:endParaRPr>
          </a:p>
        </p:txBody>
      </p:sp>
      <p:sp>
        <p:nvSpPr>
          <p:cNvPr id="194" name="Google Shape;194;p39"/>
          <p:cNvSpPr txBox="1"/>
          <p:nvPr/>
        </p:nvSpPr>
        <p:spPr>
          <a:xfrm>
            <a:off x="5994875" y="3715225"/>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195" name="Google Shape;195;p39"/>
          <p:cNvSpPr txBox="1"/>
          <p:nvPr/>
        </p:nvSpPr>
        <p:spPr>
          <a:xfrm>
            <a:off x="5994875" y="3874063"/>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Medium"/>
                <a:ea typeface="Plus Jakarta Sans Medium"/>
                <a:cs typeface="Plus Jakarta Sans Medium"/>
                <a:sym typeface="Plus Jakarta Sans Medium"/>
              </a:rPr>
              <a:t>Sanctus est Lorem sus  ipsusitn druamet. Lorem esomdo ipsos.</a:t>
            </a:r>
            <a:endParaRPr sz="1100">
              <a:solidFill>
                <a:srgbClr val="595457"/>
              </a:solidFill>
              <a:latin typeface="Plus Jakarta Sans Medium"/>
              <a:ea typeface="Plus Jakarta Sans Medium"/>
              <a:cs typeface="Plus Jakarta Sans Medium"/>
              <a:sym typeface="Plus Jakarta Sans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40"/>
          <p:cNvGrpSpPr/>
          <p:nvPr/>
        </p:nvGrpSpPr>
        <p:grpSpPr>
          <a:xfrm>
            <a:off x="605600" y="2804159"/>
            <a:ext cx="3333788" cy="665842"/>
            <a:chOff x="0" y="0"/>
            <a:chExt cx="8890100" cy="1775579"/>
          </a:xfrm>
        </p:grpSpPr>
        <p:sp>
          <p:nvSpPr>
            <p:cNvPr id="201" name="Google Shape;201;p40"/>
            <p:cNvSpPr/>
            <p:nvPr/>
          </p:nvSpPr>
          <p:spPr>
            <a:xfrm>
              <a:off x="0"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500"/>
                <a:buFont typeface="Arial"/>
                <a:buNone/>
              </a:pPr>
              <a:r>
                <a:rPr i="0" lang="en-GB" sz="1800" u="none" cap="none" strike="noStrike">
                  <a:solidFill>
                    <a:srgbClr val="151314"/>
                  </a:solidFill>
                  <a:latin typeface="Plus Jakarta Sans Medium"/>
                  <a:ea typeface="Plus Jakarta Sans Medium"/>
                  <a:cs typeface="Plus Jakarta Sans Medium"/>
                  <a:sym typeface="Plus Jakarta Sans Medium"/>
                </a:rPr>
                <a:t></a:t>
              </a:r>
              <a:endParaRPr i="0" sz="500" u="none" cap="none" strike="noStrike">
                <a:solidFill>
                  <a:srgbClr val="000000"/>
                </a:solidFill>
                <a:latin typeface="Plus Jakarta Sans Medium"/>
                <a:ea typeface="Plus Jakarta Sans Medium"/>
                <a:cs typeface="Plus Jakarta Sans Medium"/>
                <a:sym typeface="Plus Jakarta Sans Medium"/>
              </a:endParaRPr>
            </a:p>
          </p:txBody>
        </p:sp>
        <p:grpSp>
          <p:nvGrpSpPr>
            <p:cNvPr id="202" name="Google Shape;202;p40"/>
            <p:cNvGrpSpPr/>
            <p:nvPr/>
          </p:nvGrpSpPr>
          <p:grpSpPr>
            <a:xfrm>
              <a:off x="1244600" y="0"/>
              <a:ext cx="7645500" cy="1775579"/>
              <a:chOff x="0" y="0"/>
              <a:chExt cx="7645500" cy="1775579"/>
            </a:xfrm>
          </p:grpSpPr>
          <p:sp>
            <p:nvSpPr>
              <p:cNvPr id="203" name="Google Shape;203;p40"/>
              <p:cNvSpPr/>
              <p:nvPr/>
            </p:nvSpPr>
            <p:spPr>
              <a:xfrm>
                <a:off x="0" y="0"/>
                <a:ext cx="41910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Fosduo jaom rebum</a:t>
                </a:r>
                <a:endParaRPr b="1" i="0" sz="500" u="none" cap="none" strike="noStrike">
                  <a:solidFill>
                    <a:srgbClr val="000000"/>
                  </a:solidFill>
                  <a:latin typeface="Plus Jakarta Sans"/>
                  <a:ea typeface="Plus Jakarta Sans"/>
                  <a:cs typeface="Plus Jakarta Sans"/>
                  <a:sym typeface="Plus Jakarta Sans"/>
                </a:endParaRPr>
              </a:p>
            </p:txBody>
          </p:sp>
          <p:sp>
            <p:nvSpPr>
              <p:cNvPr id="204" name="Google Shape;204;p40"/>
              <p:cNvSpPr/>
              <p:nvPr/>
            </p:nvSpPr>
            <p:spPr>
              <a:xfrm>
                <a:off x="0" y="678179"/>
                <a:ext cx="7645500" cy="10974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Medium"/>
                    <a:ea typeface="Plus Jakarta Sans Medium"/>
                    <a:cs typeface="Plus Jakarta Sans Medium"/>
                    <a:sym typeface="Plus Jakarta Sans Medium"/>
                  </a:rPr>
                  <a:t>Deras consetetur this sadipscing desdo the frada miro smweda es elitroma.</a:t>
                </a:r>
                <a:endParaRPr i="0" sz="500" u="none" cap="none" strike="noStrike">
                  <a:solidFill>
                    <a:srgbClr val="000000"/>
                  </a:solidFill>
                  <a:latin typeface="Plus Jakarta Sans Medium"/>
                  <a:ea typeface="Plus Jakarta Sans Medium"/>
                  <a:cs typeface="Plus Jakarta Sans Medium"/>
                  <a:sym typeface="Plus Jakarta Sans Medium"/>
                </a:endParaRPr>
              </a:p>
            </p:txBody>
          </p:sp>
        </p:grpSp>
      </p:grpSp>
      <p:grpSp>
        <p:nvGrpSpPr>
          <p:cNvPr id="205" name="Google Shape;205;p40"/>
          <p:cNvGrpSpPr/>
          <p:nvPr/>
        </p:nvGrpSpPr>
        <p:grpSpPr>
          <a:xfrm>
            <a:off x="605600" y="1886426"/>
            <a:ext cx="3333788" cy="685368"/>
            <a:chOff x="0" y="0"/>
            <a:chExt cx="8890100" cy="1827648"/>
          </a:xfrm>
        </p:grpSpPr>
        <p:grpSp>
          <p:nvGrpSpPr>
            <p:cNvPr id="206" name="Google Shape;206;p40"/>
            <p:cNvGrpSpPr/>
            <p:nvPr/>
          </p:nvGrpSpPr>
          <p:grpSpPr>
            <a:xfrm>
              <a:off x="1244600" y="52069"/>
              <a:ext cx="7645500" cy="1775579"/>
              <a:chOff x="0" y="0"/>
              <a:chExt cx="7645500" cy="1775579"/>
            </a:xfrm>
          </p:grpSpPr>
          <p:sp>
            <p:nvSpPr>
              <p:cNvPr id="207" name="Google Shape;207;p40"/>
              <p:cNvSpPr/>
              <p:nvPr/>
            </p:nvSpPr>
            <p:spPr>
              <a:xfrm>
                <a:off x="0" y="0"/>
                <a:ext cx="41910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Fosduo jaom rebum</a:t>
                </a:r>
                <a:endParaRPr b="1" i="0" sz="500" u="none" cap="none" strike="noStrike">
                  <a:solidFill>
                    <a:srgbClr val="000000"/>
                  </a:solidFill>
                  <a:latin typeface="Plus Jakarta Sans"/>
                  <a:ea typeface="Plus Jakarta Sans"/>
                  <a:cs typeface="Plus Jakarta Sans"/>
                  <a:sym typeface="Plus Jakarta Sans"/>
                </a:endParaRPr>
              </a:p>
            </p:txBody>
          </p:sp>
          <p:sp>
            <p:nvSpPr>
              <p:cNvPr id="208" name="Google Shape;208;p40"/>
              <p:cNvSpPr/>
              <p:nvPr/>
            </p:nvSpPr>
            <p:spPr>
              <a:xfrm>
                <a:off x="0" y="678179"/>
                <a:ext cx="7645500" cy="10974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Medium"/>
                    <a:ea typeface="Plus Jakarta Sans Medium"/>
                    <a:cs typeface="Plus Jakarta Sans Medium"/>
                    <a:sym typeface="Plus Jakarta Sans Medium"/>
                  </a:rPr>
                  <a:t>Deras consetetur this sadipscing desdo the frada miro smweda es elitroma.</a:t>
                </a:r>
                <a:endParaRPr i="0" sz="500" u="none" cap="none" strike="noStrike">
                  <a:solidFill>
                    <a:srgbClr val="000000"/>
                  </a:solidFill>
                  <a:latin typeface="Plus Jakarta Sans Medium"/>
                  <a:ea typeface="Plus Jakarta Sans Medium"/>
                  <a:cs typeface="Plus Jakarta Sans Medium"/>
                  <a:sym typeface="Plus Jakarta Sans Medium"/>
                </a:endParaRPr>
              </a:p>
            </p:txBody>
          </p:sp>
        </p:grpSp>
        <p:sp>
          <p:nvSpPr>
            <p:cNvPr id="209" name="Google Shape;209;p40"/>
            <p:cNvSpPr/>
            <p:nvPr/>
          </p:nvSpPr>
          <p:spPr>
            <a:xfrm>
              <a:off x="0"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500"/>
                <a:buFont typeface="Arial"/>
                <a:buNone/>
              </a:pPr>
              <a:r>
                <a:rPr i="0" lang="en-GB" sz="1800" u="none" cap="none" strike="noStrike">
                  <a:solidFill>
                    <a:srgbClr val="151314"/>
                  </a:solidFill>
                  <a:latin typeface="Plus Jakarta Sans Medium"/>
                  <a:ea typeface="Plus Jakarta Sans Medium"/>
                  <a:cs typeface="Plus Jakarta Sans Medium"/>
                  <a:sym typeface="Plus Jakarta Sans Medium"/>
                </a:rPr>
                <a:t></a:t>
              </a:r>
              <a:endParaRPr i="0" sz="500" u="none" cap="none" strike="noStrike">
                <a:solidFill>
                  <a:srgbClr val="000000"/>
                </a:solidFill>
                <a:latin typeface="Plus Jakarta Sans Medium"/>
                <a:ea typeface="Plus Jakarta Sans Medium"/>
                <a:cs typeface="Plus Jakarta Sans Medium"/>
                <a:sym typeface="Plus Jakarta Sans Medium"/>
              </a:endParaRPr>
            </a:p>
          </p:txBody>
        </p:sp>
      </p:grpSp>
      <p:grpSp>
        <p:nvGrpSpPr>
          <p:cNvPr id="210" name="Google Shape;210;p40"/>
          <p:cNvGrpSpPr/>
          <p:nvPr/>
        </p:nvGrpSpPr>
        <p:grpSpPr>
          <a:xfrm>
            <a:off x="605600" y="3702367"/>
            <a:ext cx="3333787" cy="665842"/>
            <a:chOff x="0" y="0"/>
            <a:chExt cx="8890099" cy="1775579"/>
          </a:xfrm>
        </p:grpSpPr>
        <p:sp>
          <p:nvSpPr>
            <p:cNvPr id="211" name="Google Shape;211;p40"/>
            <p:cNvSpPr/>
            <p:nvPr/>
          </p:nvSpPr>
          <p:spPr>
            <a:xfrm>
              <a:off x="1244600" y="0"/>
              <a:ext cx="41910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Fosduo jaom rebum</a:t>
              </a:r>
              <a:endParaRPr b="1" i="0" sz="500" u="none" cap="none" strike="noStrike">
                <a:solidFill>
                  <a:srgbClr val="000000"/>
                </a:solidFill>
                <a:latin typeface="Plus Jakarta Sans"/>
                <a:ea typeface="Plus Jakarta Sans"/>
                <a:cs typeface="Plus Jakarta Sans"/>
                <a:sym typeface="Plus Jakarta Sans"/>
              </a:endParaRPr>
            </a:p>
          </p:txBody>
        </p:sp>
        <p:sp>
          <p:nvSpPr>
            <p:cNvPr id="212" name="Google Shape;212;p40"/>
            <p:cNvSpPr/>
            <p:nvPr/>
          </p:nvSpPr>
          <p:spPr>
            <a:xfrm>
              <a:off x="1244599" y="678179"/>
              <a:ext cx="7645500" cy="10974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Medium"/>
                  <a:ea typeface="Plus Jakarta Sans Medium"/>
                  <a:cs typeface="Plus Jakarta Sans Medium"/>
                  <a:sym typeface="Plus Jakarta Sans Medium"/>
                </a:rPr>
                <a:t>Deras consetetur this sadipscing desdo the frada miro smweda es elitroma.</a:t>
              </a:r>
              <a:endParaRPr i="0" sz="500" u="none" cap="none" strike="noStrike">
                <a:solidFill>
                  <a:srgbClr val="000000"/>
                </a:solidFill>
                <a:latin typeface="Plus Jakarta Sans Medium"/>
                <a:ea typeface="Plus Jakarta Sans Medium"/>
                <a:cs typeface="Plus Jakarta Sans Medium"/>
                <a:sym typeface="Plus Jakarta Sans Medium"/>
              </a:endParaRPr>
            </a:p>
          </p:txBody>
        </p:sp>
        <p:sp>
          <p:nvSpPr>
            <p:cNvPr id="213" name="Google Shape;213;p40"/>
            <p:cNvSpPr/>
            <p:nvPr/>
          </p:nvSpPr>
          <p:spPr>
            <a:xfrm>
              <a:off x="0" y="10158"/>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500"/>
                <a:buFont typeface="Arial"/>
                <a:buNone/>
              </a:pPr>
              <a:r>
                <a:rPr i="0" lang="en-GB" sz="1800" u="none" cap="none" strike="noStrike">
                  <a:solidFill>
                    <a:srgbClr val="151314"/>
                  </a:solidFill>
                  <a:latin typeface="Plus Jakarta Sans Medium"/>
                  <a:ea typeface="Plus Jakarta Sans Medium"/>
                  <a:cs typeface="Plus Jakarta Sans Medium"/>
                  <a:sym typeface="Plus Jakarta Sans Medium"/>
                </a:rPr>
                <a:t></a:t>
              </a:r>
              <a:endParaRPr i="0" sz="500" u="none" cap="none" strike="noStrike">
                <a:solidFill>
                  <a:srgbClr val="000000"/>
                </a:solidFill>
                <a:latin typeface="Plus Jakarta Sans Medium"/>
                <a:ea typeface="Plus Jakarta Sans Medium"/>
                <a:cs typeface="Plus Jakarta Sans Medium"/>
                <a:sym typeface="Plus Jakarta Sans Medium"/>
              </a:endParaRPr>
            </a:p>
          </p:txBody>
        </p:sp>
      </p:grpSp>
      <p:grpSp>
        <p:nvGrpSpPr>
          <p:cNvPr id="214" name="Google Shape;214;p40"/>
          <p:cNvGrpSpPr/>
          <p:nvPr/>
        </p:nvGrpSpPr>
        <p:grpSpPr>
          <a:xfrm>
            <a:off x="5470207" y="981075"/>
            <a:ext cx="2721333" cy="2721333"/>
            <a:chOff x="0" y="0"/>
            <a:chExt cx="7256889" cy="7256889"/>
          </a:xfrm>
        </p:grpSpPr>
        <p:sp>
          <p:nvSpPr>
            <p:cNvPr id="215" name="Google Shape;215;p40"/>
            <p:cNvSpPr/>
            <p:nvPr/>
          </p:nvSpPr>
          <p:spPr>
            <a:xfrm>
              <a:off x="1814193" y="0"/>
              <a:ext cx="3628500" cy="3628500"/>
            </a:xfrm>
            <a:custGeom>
              <a:rect b="b" l="l" r="r" t="t"/>
              <a:pathLst>
                <a:path extrusionOk="0" h="120000" w="120000">
                  <a:moveTo>
                    <a:pt x="60000" y="0"/>
                  </a:moveTo>
                  <a:lnTo>
                    <a:pt x="120000" y="120000"/>
                  </a:lnTo>
                  <a:lnTo>
                    <a:pt x="0" y="120000"/>
                  </a:lnTo>
                  <a:close/>
                </a:path>
              </a:pathLst>
            </a:custGeom>
            <a:solidFill>
              <a:srgbClr val="98BD98"/>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sp>
          <p:nvSpPr>
            <p:cNvPr id="216" name="Google Shape;216;p40"/>
            <p:cNvSpPr/>
            <p:nvPr/>
          </p:nvSpPr>
          <p:spPr>
            <a:xfrm flipH="1" rot="10800000">
              <a:off x="1814193" y="3628279"/>
              <a:ext cx="3628500" cy="3628500"/>
            </a:xfrm>
            <a:custGeom>
              <a:rect b="b" l="l" r="r" t="t"/>
              <a:pathLst>
                <a:path extrusionOk="0" h="120000" w="120000">
                  <a:moveTo>
                    <a:pt x="60000" y="0"/>
                  </a:moveTo>
                  <a:lnTo>
                    <a:pt x="120000" y="120000"/>
                  </a:lnTo>
                  <a:lnTo>
                    <a:pt x="0" y="120000"/>
                  </a:lnTo>
                  <a:close/>
                </a:path>
              </a:pathLst>
            </a:custGeom>
            <a:solidFill>
              <a:srgbClr val="4FCB4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sp>
          <p:nvSpPr>
            <p:cNvPr id="217" name="Google Shape;217;p40"/>
            <p:cNvSpPr/>
            <p:nvPr/>
          </p:nvSpPr>
          <p:spPr>
            <a:xfrm>
              <a:off x="3628389" y="3628389"/>
              <a:ext cx="3628500" cy="3628500"/>
            </a:xfrm>
            <a:custGeom>
              <a:rect b="b" l="l" r="r" t="t"/>
              <a:pathLst>
                <a:path extrusionOk="0" h="120000" w="120000">
                  <a:moveTo>
                    <a:pt x="60000" y="0"/>
                  </a:moveTo>
                  <a:lnTo>
                    <a:pt x="120000" y="120000"/>
                  </a:lnTo>
                  <a:lnTo>
                    <a:pt x="0" y="120000"/>
                  </a:lnTo>
                  <a:close/>
                </a:path>
              </a:pathLst>
            </a:custGeom>
            <a:solidFill>
              <a:srgbClr val="0072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sp>
          <p:nvSpPr>
            <p:cNvPr id="218" name="Google Shape;218;p40"/>
            <p:cNvSpPr/>
            <p:nvPr/>
          </p:nvSpPr>
          <p:spPr>
            <a:xfrm>
              <a:off x="0" y="3628389"/>
              <a:ext cx="3628500" cy="3628500"/>
            </a:xfrm>
            <a:custGeom>
              <a:rect b="b" l="l" r="r" t="t"/>
              <a:pathLst>
                <a:path extrusionOk="0" h="120000" w="120000">
                  <a:moveTo>
                    <a:pt x="60000" y="0"/>
                  </a:moveTo>
                  <a:lnTo>
                    <a:pt x="120000" y="120000"/>
                  </a:lnTo>
                  <a:lnTo>
                    <a:pt x="0" y="120000"/>
                  </a:lnTo>
                  <a:close/>
                </a:path>
              </a:pathLst>
            </a:custGeom>
            <a:solidFill>
              <a:srgbClr val="98BD98"/>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grpSp>
      <p:grpSp>
        <p:nvGrpSpPr>
          <p:cNvPr id="219" name="Google Shape;219;p40"/>
          <p:cNvGrpSpPr/>
          <p:nvPr/>
        </p:nvGrpSpPr>
        <p:grpSpPr>
          <a:xfrm>
            <a:off x="5683091" y="4162424"/>
            <a:ext cx="2295488" cy="205763"/>
            <a:chOff x="0" y="0"/>
            <a:chExt cx="6121300" cy="548700"/>
          </a:xfrm>
        </p:grpSpPr>
        <p:grpSp>
          <p:nvGrpSpPr>
            <p:cNvPr id="220" name="Google Shape;220;p40"/>
            <p:cNvGrpSpPr/>
            <p:nvPr/>
          </p:nvGrpSpPr>
          <p:grpSpPr>
            <a:xfrm>
              <a:off x="0" y="0"/>
              <a:ext cx="1701700" cy="548700"/>
              <a:chOff x="0" y="0"/>
              <a:chExt cx="1701700" cy="548700"/>
            </a:xfrm>
          </p:grpSpPr>
          <p:sp>
            <p:nvSpPr>
              <p:cNvPr id="221" name="Google Shape;221;p40"/>
              <p:cNvSpPr/>
              <p:nvPr/>
            </p:nvSpPr>
            <p:spPr>
              <a:xfrm>
                <a:off x="0" y="71119"/>
                <a:ext cx="406500" cy="406500"/>
              </a:xfrm>
              <a:custGeom>
                <a:rect b="b" l="l" r="r" t="t"/>
                <a:pathLst>
                  <a:path extrusionOk="0" h="120000" w="120000">
                    <a:moveTo>
                      <a:pt x="60000" y="0"/>
                    </a:moveTo>
                    <a:lnTo>
                      <a:pt x="120000" y="120000"/>
                    </a:lnTo>
                    <a:lnTo>
                      <a:pt x="0" y="120000"/>
                    </a:lnTo>
                    <a:close/>
                  </a:path>
                </a:pathLst>
              </a:custGeom>
              <a:solidFill>
                <a:srgbClr val="4FCB4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i="0" sz="19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222" name="Google Shape;222;p40"/>
              <p:cNvSpPr/>
              <p:nvPr/>
            </p:nvSpPr>
            <p:spPr>
              <a:xfrm>
                <a:off x="660400" y="0"/>
                <a:ext cx="1041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i="0" lang="en-GB" sz="1100" u="none" cap="none" strike="noStrike">
                    <a:solidFill>
                      <a:srgbClr val="151314"/>
                    </a:solidFill>
                    <a:latin typeface="Plus Jakarta Sans SemiBold"/>
                    <a:ea typeface="Plus Jakarta Sans SemiBold"/>
                    <a:cs typeface="Plus Jakarta Sans SemiBold"/>
                    <a:sym typeface="Plus Jakarta Sans SemiBold"/>
                  </a:rPr>
                  <a:t>25%</a:t>
                </a:r>
                <a:endParaRPr i="0" sz="500" u="none" cap="none" strike="noStrike">
                  <a:solidFill>
                    <a:srgbClr val="000000"/>
                  </a:solidFill>
                  <a:latin typeface="Plus Jakarta Sans SemiBold"/>
                  <a:ea typeface="Plus Jakarta Sans SemiBold"/>
                  <a:cs typeface="Plus Jakarta Sans SemiBold"/>
                  <a:sym typeface="Plus Jakarta Sans SemiBold"/>
                </a:endParaRPr>
              </a:p>
            </p:txBody>
          </p:sp>
        </p:grpSp>
        <p:grpSp>
          <p:nvGrpSpPr>
            <p:cNvPr id="223" name="Google Shape;223;p40"/>
            <p:cNvGrpSpPr/>
            <p:nvPr/>
          </p:nvGrpSpPr>
          <p:grpSpPr>
            <a:xfrm>
              <a:off x="2209800" y="0"/>
              <a:ext cx="1701700" cy="548700"/>
              <a:chOff x="0" y="0"/>
              <a:chExt cx="1701700" cy="548700"/>
            </a:xfrm>
          </p:grpSpPr>
          <p:sp>
            <p:nvSpPr>
              <p:cNvPr id="224" name="Google Shape;224;p40"/>
              <p:cNvSpPr/>
              <p:nvPr/>
            </p:nvSpPr>
            <p:spPr>
              <a:xfrm>
                <a:off x="0" y="71119"/>
                <a:ext cx="406500" cy="406500"/>
              </a:xfrm>
              <a:custGeom>
                <a:rect b="b" l="l" r="r" t="t"/>
                <a:pathLst>
                  <a:path extrusionOk="0" h="120000" w="120000">
                    <a:moveTo>
                      <a:pt x="60000" y="0"/>
                    </a:moveTo>
                    <a:lnTo>
                      <a:pt x="120000" y="120000"/>
                    </a:lnTo>
                    <a:lnTo>
                      <a:pt x="0" y="120000"/>
                    </a:lnTo>
                    <a:close/>
                  </a:path>
                </a:pathLst>
              </a:custGeom>
              <a:solidFill>
                <a:srgbClr val="98BD98"/>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i="0" sz="19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225" name="Google Shape;225;p40"/>
              <p:cNvSpPr/>
              <p:nvPr/>
            </p:nvSpPr>
            <p:spPr>
              <a:xfrm>
                <a:off x="660400" y="0"/>
                <a:ext cx="1041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i="0" lang="en-GB" sz="1100" u="none" cap="none" strike="noStrike">
                    <a:solidFill>
                      <a:srgbClr val="151314"/>
                    </a:solidFill>
                    <a:latin typeface="Plus Jakarta Sans SemiBold"/>
                    <a:ea typeface="Plus Jakarta Sans SemiBold"/>
                    <a:cs typeface="Plus Jakarta Sans SemiBold"/>
                    <a:sym typeface="Plus Jakarta Sans SemiBold"/>
                  </a:rPr>
                  <a:t>50%</a:t>
                </a:r>
                <a:endParaRPr i="0" sz="500" u="none" cap="none" strike="noStrike">
                  <a:solidFill>
                    <a:srgbClr val="000000"/>
                  </a:solidFill>
                  <a:latin typeface="Plus Jakarta Sans SemiBold"/>
                  <a:ea typeface="Plus Jakarta Sans SemiBold"/>
                  <a:cs typeface="Plus Jakarta Sans SemiBold"/>
                  <a:sym typeface="Plus Jakarta Sans SemiBold"/>
                </a:endParaRPr>
              </a:p>
            </p:txBody>
          </p:sp>
        </p:grpSp>
        <p:grpSp>
          <p:nvGrpSpPr>
            <p:cNvPr id="226" name="Google Shape;226;p40"/>
            <p:cNvGrpSpPr/>
            <p:nvPr/>
          </p:nvGrpSpPr>
          <p:grpSpPr>
            <a:xfrm>
              <a:off x="4419600" y="0"/>
              <a:ext cx="1701700" cy="548700"/>
              <a:chOff x="0" y="0"/>
              <a:chExt cx="1701700" cy="548700"/>
            </a:xfrm>
          </p:grpSpPr>
          <p:sp>
            <p:nvSpPr>
              <p:cNvPr id="227" name="Google Shape;227;p40"/>
              <p:cNvSpPr/>
              <p:nvPr/>
            </p:nvSpPr>
            <p:spPr>
              <a:xfrm>
                <a:off x="0" y="71119"/>
                <a:ext cx="406500" cy="406500"/>
              </a:xfrm>
              <a:custGeom>
                <a:rect b="b" l="l" r="r" t="t"/>
                <a:pathLst>
                  <a:path extrusionOk="0" h="120000" w="120000">
                    <a:moveTo>
                      <a:pt x="60000" y="0"/>
                    </a:moveTo>
                    <a:lnTo>
                      <a:pt x="120000" y="120000"/>
                    </a:lnTo>
                    <a:lnTo>
                      <a:pt x="0" y="120000"/>
                    </a:lnTo>
                    <a:close/>
                  </a:path>
                </a:pathLst>
              </a:custGeom>
              <a:solidFill>
                <a:srgbClr val="0072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i="0" sz="19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228" name="Google Shape;228;p40"/>
              <p:cNvSpPr/>
              <p:nvPr/>
            </p:nvSpPr>
            <p:spPr>
              <a:xfrm>
                <a:off x="660400" y="0"/>
                <a:ext cx="1041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i="0" lang="en-GB" sz="1100" u="none" cap="none" strike="noStrike">
                    <a:solidFill>
                      <a:srgbClr val="151314"/>
                    </a:solidFill>
                    <a:latin typeface="Plus Jakarta Sans SemiBold"/>
                    <a:ea typeface="Plus Jakarta Sans SemiBold"/>
                    <a:cs typeface="Plus Jakarta Sans SemiBold"/>
                    <a:sym typeface="Plus Jakarta Sans SemiBold"/>
                  </a:rPr>
                  <a:t>25%</a:t>
                </a:r>
                <a:endParaRPr i="0" sz="500" u="none" cap="none" strike="noStrike">
                  <a:solidFill>
                    <a:srgbClr val="000000"/>
                  </a:solidFill>
                  <a:latin typeface="Plus Jakarta Sans SemiBold"/>
                  <a:ea typeface="Plus Jakarta Sans SemiBold"/>
                  <a:cs typeface="Plus Jakarta Sans SemiBold"/>
                  <a:sym typeface="Plus Jakarta Sans SemiBold"/>
                </a:endParaRPr>
              </a:p>
            </p:txBody>
          </p:sp>
        </p:grpSp>
      </p:grpSp>
      <p:sp>
        <p:nvSpPr>
          <p:cNvPr id="229" name="Google Shape;229;p40"/>
          <p:cNvSpPr txBox="1"/>
          <p:nvPr>
            <p:ph type="title"/>
          </p:nvPr>
        </p:nvSpPr>
        <p:spPr>
          <a:xfrm>
            <a:off x="576500" y="929175"/>
            <a:ext cx="3138300" cy="83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title"/>
          </p:nvPr>
        </p:nvSpPr>
        <p:spPr>
          <a:xfrm>
            <a:off x="576500" y="929175"/>
            <a:ext cx="3138300" cy="83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1"/>
          <p:cNvSpPr txBox="1"/>
          <p:nvPr>
            <p:ph idx="1" type="subTitle"/>
          </p:nvPr>
        </p:nvSpPr>
        <p:spPr>
          <a:xfrm>
            <a:off x="576500" y="1765575"/>
            <a:ext cx="35700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1"/>
          <p:cNvSpPr/>
          <p:nvPr/>
        </p:nvSpPr>
        <p:spPr>
          <a:xfrm>
            <a:off x="5991331" y="1700100"/>
            <a:ext cx="2190000" cy="2190000"/>
          </a:xfrm>
          <a:prstGeom prst="pie">
            <a:avLst>
              <a:gd fmla="val 13132568" name="adj1"/>
              <a:gd fmla="val 15059001" name="adj2"/>
            </a:avLst>
          </a:prstGeom>
          <a:solidFill>
            <a:srgbClr val="FCA502"/>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grpSp>
        <p:nvGrpSpPr>
          <p:cNvPr id="237" name="Google Shape;237;p41"/>
          <p:cNvGrpSpPr/>
          <p:nvPr/>
        </p:nvGrpSpPr>
        <p:grpSpPr>
          <a:xfrm>
            <a:off x="5991250" y="1700083"/>
            <a:ext cx="2189863" cy="2189864"/>
            <a:chOff x="4389375" y="1045500"/>
            <a:chExt cx="3052500" cy="3052500"/>
          </a:xfrm>
        </p:grpSpPr>
        <p:sp>
          <p:nvSpPr>
            <p:cNvPr id="238" name="Google Shape;238;p41"/>
            <p:cNvSpPr/>
            <p:nvPr/>
          </p:nvSpPr>
          <p:spPr>
            <a:xfrm>
              <a:off x="4389375" y="1045500"/>
              <a:ext cx="3052500" cy="3052500"/>
            </a:xfrm>
            <a:prstGeom prst="pie">
              <a:avLst>
                <a:gd fmla="val 2991682" name="adj1"/>
                <a:gd fmla="val 11353025" name="adj2"/>
              </a:avLst>
            </a:prstGeom>
            <a:solidFill>
              <a:srgbClr val="3C5337"/>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sp>
          <p:nvSpPr>
            <p:cNvPr id="239" name="Google Shape;239;p41"/>
            <p:cNvSpPr/>
            <p:nvPr/>
          </p:nvSpPr>
          <p:spPr>
            <a:xfrm>
              <a:off x="4389375" y="1045500"/>
              <a:ext cx="3052500" cy="3052500"/>
            </a:xfrm>
            <a:prstGeom prst="pie">
              <a:avLst>
                <a:gd fmla="val 15043696" name="adj1"/>
                <a:gd fmla="val 18626570" name="adj2"/>
              </a:avLst>
            </a:prstGeom>
            <a:solidFill>
              <a:srgbClr val="FCD102"/>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sp>
          <p:nvSpPr>
            <p:cNvPr id="240" name="Google Shape;240;p41"/>
            <p:cNvSpPr/>
            <p:nvPr/>
          </p:nvSpPr>
          <p:spPr>
            <a:xfrm>
              <a:off x="4389375" y="1045500"/>
              <a:ext cx="3052500" cy="3052500"/>
            </a:xfrm>
            <a:prstGeom prst="pie">
              <a:avLst>
                <a:gd fmla="val 11361736" name="adj1"/>
                <a:gd fmla="val 13141119" name="adj2"/>
              </a:avLst>
            </a:prstGeom>
            <a:solidFill>
              <a:srgbClr val="007200"/>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sp>
          <p:nvSpPr>
            <p:cNvPr id="241" name="Google Shape;241;p41"/>
            <p:cNvSpPr txBox="1"/>
            <p:nvPr/>
          </p:nvSpPr>
          <p:spPr>
            <a:xfrm>
              <a:off x="5040364" y="305472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35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sp>
          <p:nvSpPr>
            <p:cNvPr id="242" name="Google Shape;242;p41"/>
            <p:cNvSpPr txBox="1"/>
            <p:nvPr/>
          </p:nvSpPr>
          <p:spPr>
            <a:xfrm>
              <a:off x="6351589" y="234937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25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sp>
          <p:nvSpPr>
            <p:cNvPr id="243" name="Google Shape;243;p41"/>
            <p:cNvSpPr txBox="1"/>
            <p:nvPr/>
          </p:nvSpPr>
          <p:spPr>
            <a:xfrm>
              <a:off x="5658014" y="147192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15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sp>
          <p:nvSpPr>
            <p:cNvPr id="244" name="Google Shape;244;p41"/>
            <p:cNvSpPr txBox="1"/>
            <p:nvPr/>
          </p:nvSpPr>
          <p:spPr>
            <a:xfrm>
              <a:off x="4505839" y="186342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15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sp>
          <p:nvSpPr>
            <p:cNvPr id="245" name="Google Shape;245;p41"/>
            <p:cNvSpPr/>
            <p:nvPr/>
          </p:nvSpPr>
          <p:spPr>
            <a:xfrm>
              <a:off x="4389375" y="1045500"/>
              <a:ext cx="3052500" cy="3052500"/>
            </a:xfrm>
            <a:prstGeom prst="pie">
              <a:avLst>
                <a:gd fmla="val 18630211" name="adj1"/>
                <a:gd fmla="val 2992373" name="adj2"/>
              </a:avLst>
            </a:prstGeom>
            <a:solidFill>
              <a:srgbClr val="D2E5D8"/>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sz="1621">
                <a:latin typeface="Plus Jakarta Sans"/>
                <a:ea typeface="Plus Jakarta Sans"/>
                <a:cs typeface="Plus Jakarta Sans"/>
                <a:sym typeface="Plus Jakarta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2"/>
          <p:cNvSpPr txBox="1"/>
          <p:nvPr>
            <p:ph idx="1" type="subTitle"/>
          </p:nvPr>
        </p:nvSpPr>
        <p:spPr>
          <a:xfrm>
            <a:off x="614800" y="1812650"/>
            <a:ext cx="3324600" cy="69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252" name="Google Shape;252;p42"/>
          <p:cNvGrpSpPr/>
          <p:nvPr/>
        </p:nvGrpSpPr>
        <p:grpSpPr>
          <a:xfrm>
            <a:off x="8120134" y="1388150"/>
            <a:ext cx="480367" cy="2901003"/>
            <a:chOff x="7485737" y="1511975"/>
            <a:chExt cx="557400" cy="2901003"/>
          </a:xfrm>
        </p:grpSpPr>
        <p:sp>
          <p:nvSpPr>
            <p:cNvPr id="253" name="Google Shape;253;p42"/>
            <p:cNvSpPr/>
            <p:nvPr/>
          </p:nvSpPr>
          <p:spPr>
            <a:xfrm>
              <a:off x="7532925" y="3558378"/>
              <a:ext cx="231600" cy="560100"/>
            </a:xfrm>
            <a:prstGeom prst="rect">
              <a:avLst/>
            </a:prstGeom>
            <a:solidFill>
              <a:srgbClr val="0072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54" name="Google Shape;254;p42"/>
            <p:cNvSpPr/>
            <p:nvPr/>
          </p:nvSpPr>
          <p:spPr>
            <a:xfrm>
              <a:off x="7764425" y="1511975"/>
              <a:ext cx="231600" cy="2606100"/>
            </a:xfrm>
            <a:prstGeom prst="rect">
              <a:avLst/>
            </a:prstGeom>
            <a:solidFill>
              <a:srgbClr val="FBD1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55" name="Google Shape;255;p42"/>
            <p:cNvSpPr txBox="1"/>
            <p:nvPr/>
          </p:nvSpPr>
          <p:spPr>
            <a:xfrm>
              <a:off x="7485737" y="4199377"/>
              <a:ext cx="557400" cy="2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434343"/>
                  </a:solidFill>
                  <a:latin typeface="Roboto"/>
                  <a:ea typeface="Roboto"/>
                  <a:cs typeface="Roboto"/>
                  <a:sym typeface="Roboto"/>
                </a:rPr>
                <a:t>2025</a:t>
              </a:r>
              <a:endParaRPr sz="1000">
                <a:solidFill>
                  <a:srgbClr val="434343"/>
                </a:solidFill>
                <a:latin typeface="Roboto"/>
                <a:ea typeface="Roboto"/>
                <a:cs typeface="Roboto"/>
                <a:sym typeface="Roboto"/>
              </a:endParaRPr>
            </a:p>
          </p:txBody>
        </p:sp>
      </p:grpSp>
      <p:grpSp>
        <p:nvGrpSpPr>
          <p:cNvPr id="256" name="Google Shape;256;p42"/>
          <p:cNvGrpSpPr/>
          <p:nvPr/>
        </p:nvGrpSpPr>
        <p:grpSpPr>
          <a:xfrm>
            <a:off x="3939409" y="970601"/>
            <a:ext cx="4918702" cy="2881402"/>
            <a:chOff x="2726250" y="1094425"/>
            <a:chExt cx="5707475" cy="2881402"/>
          </a:xfrm>
        </p:grpSpPr>
        <p:cxnSp>
          <p:nvCxnSpPr>
            <p:cNvPr id="257" name="Google Shape;257;p42"/>
            <p:cNvCxnSpPr/>
            <p:nvPr/>
          </p:nvCxnSpPr>
          <p:spPr>
            <a:xfrm>
              <a:off x="3364625" y="1219625"/>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58" name="Google Shape;258;p42"/>
            <p:cNvCxnSpPr/>
            <p:nvPr/>
          </p:nvCxnSpPr>
          <p:spPr>
            <a:xfrm>
              <a:off x="3364625" y="1511967"/>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59" name="Google Shape;259;p42"/>
            <p:cNvCxnSpPr/>
            <p:nvPr/>
          </p:nvCxnSpPr>
          <p:spPr>
            <a:xfrm>
              <a:off x="3364625" y="1804310"/>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60" name="Google Shape;260;p42"/>
            <p:cNvCxnSpPr/>
            <p:nvPr/>
          </p:nvCxnSpPr>
          <p:spPr>
            <a:xfrm>
              <a:off x="3364625" y="2096652"/>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61" name="Google Shape;261;p42"/>
            <p:cNvCxnSpPr/>
            <p:nvPr/>
          </p:nvCxnSpPr>
          <p:spPr>
            <a:xfrm>
              <a:off x="3364625" y="2388994"/>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62" name="Google Shape;262;p42"/>
            <p:cNvCxnSpPr/>
            <p:nvPr/>
          </p:nvCxnSpPr>
          <p:spPr>
            <a:xfrm>
              <a:off x="3364625" y="2681337"/>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63" name="Google Shape;263;p42"/>
            <p:cNvCxnSpPr/>
            <p:nvPr/>
          </p:nvCxnSpPr>
          <p:spPr>
            <a:xfrm>
              <a:off x="3364625" y="2973679"/>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64" name="Google Shape;264;p42"/>
            <p:cNvCxnSpPr/>
            <p:nvPr/>
          </p:nvCxnSpPr>
          <p:spPr>
            <a:xfrm>
              <a:off x="3364625" y="3266021"/>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65" name="Google Shape;265;p42"/>
            <p:cNvCxnSpPr/>
            <p:nvPr/>
          </p:nvCxnSpPr>
          <p:spPr>
            <a:xfrm>
              <a:off x="3364625" y="3558364"/>
              <a:ext cx="5069100" cy="0"/>
            </a:xfrm>
            <a:prstGeom prst="straightConnector1">
              <a:avLst/>
            </a:prstGeom>
            <a:noFill/>
            <a:ln cap="flat" cmpd="sng" w="9525">
              <a:solidFill>
                <a:srgbClr val="EEEEEE"/>
              </a:solidFill>
              <a:prstDash val="solid"/>
              <a:round/>
              <a:headEnd len="med" w="med" type="none"/>
              <a:tailEnd len="med" w="med" type="none"/>
            </a:ln>
          </p:spPr>
        </p:cxnSp>
        <p:cxnSp>
          <p:nvCxnSpPr>
            <p:cNvPr id="266" name="Google Shape;266;p42"/>
            <p:cNvCxnSpPr/>
            <p:nvPr/>
          </p:nvCxnSpPr>
          <p:spPr>
            <a:xfrm>
              <a:off x="3364625" y="3850706"/>
              <a:ext cx="5069100" cy="0"/>
            </a:xfrm>
            <a:prstGeom prst="straightConnector1">
              <a:avLst/>
            </a:prstGeom>
            <a:noFill/>
            <a:ln cap="flat" cmpd="sng" w="9525">
              <a:solidFill>
                <a:srgbClr val="EEEEEE"/>
              </a:solidFill>
              <a:prstDash val="solid"/>
              <a:round/>
              <a:headEnd len="med" w="med" type="none"/>
              <a:tailEnd len="med" w="med" type="none"/>
            </a:ln>
          </p:spPr>
        </p:cxnSp>
        <p:sp>
          <p:nvSpPr>
            <p:cNvPr id="267" name="Google Shape;267;p42"/>
            <p:cNvSpPr txBox="1"/>
            <p:nvPr/>
          </p:nvSpPr>
          <p:spPr>
            <a:xfrm>
              <a:off x="2726250" y="3725327"/>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100</a:t>
              </a:r>
              <a:endParaRPr sz="1000">
                <a:solidFill>
                  <a:srgbClr val="434343"/>
                </a:solidFill>
                <a:latin typeface="Roboto"/>
                <a:ea typeface="Roboto"/>
                <a:cs typeface="Roboto"/>
                <a:sym typeface="Roboto"/>
              </a:endParaRPr>
            </a:p>
          </p:txBody>
        </p:sp>
        <p:sp>
          <p:nvSpPr>
            <p:cNvPr id="268" name="Google Shape;268;p42"/>
            <p:cNvSpPr txBox="1"/>
            <p:nvPr/>
          </p:nvSpPr>
          <p:spPr>
            <a:xfrm>
              <a:off x="2726250" y="3433005"/>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200</a:t>
              </a:r>
              <a:endParaRPr sz="1000">
                <a:solidFill>
                  <a:srgbClr val="434343"/>
                </a:solidFill>
                <a:latin typeface="Roboto"/>
                <a:ea typeface="Roboto"/>
                <a:cs typeface="Roboto"/>
                <a:sym typeface="Roboto"/>
              </a:endParaRPr>
            </a:p>
          </p:txBody>
        </p:sp>
        <p:sp>
          <p:nvSpPr>
            <p:cNvPr id="269" name="Google Shape;269;p42"/>
            <p:cNvSpPr txBox="1"/>
            <p:nvPr/>
          </p:nvSpPr>
          <p:spPr>
            <a:xfrm>
              <a:off x="2726250" y="3140682"/>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300</a:t>
              </a:r>
              <a:endParaRPr sz="1000">
                <a:solidFill>
                  <a:srgbClr val="434343"/>
                </a:solidFill>
                <a:latin typeface="Roboto"/>
                <a:ea typeface="Roboto"/>
                <a:cs typeface="Roboto"/>
                <a:sym typeface="Roboto"/>
              </a:endParaRPr>
            </a:p>
          </p:txBody>
        </p:sp>
        <p:sp>
          <p:nvSpPr>
            <p:cNvPr id="270" name="Google Shape;270;p42"/>
            <p:cNvSpPr txBox="1"/>
            <p:nvPr/>
          </p:nvSpPr>
          <p:spPr>
            <a:xfrm>
              <a:off x="2726250" y="2848360"/>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400</a:t>
              </a:r>
              <a:endParaRPr sz="1000">
                <a:solidFill>
                  <a:srgbClr val="434343"/>
                </a:solidFill>
                <a:latin typeface="Roboto"/>
                <a:ea typeface="Roboto"/>
                <a:cs typeface="Roboto"/>
                <a:sym typeface="Roboto"/>
              </a:endParaRPr>
            </a:p>
          </p:txBody>
        </p:sp>
        <p:sp>
          <p:nvSpPr>
            <p:cNvPr id="271" name="Google Shape;271;p42"/>
            <p:cNvSpPr txBox="1"/>
            <p:nvPr/>
          </p:nvSpPr>
          <p:spPr>
            <a:xfrm>
              <a:off x="2726250" y="2556037"/>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500</a:t>
              </a:r>
              <a:endParaRPr sz="1000">
                <a:solidFill>
                  <a:srgbClr val="434343"/>
                </a:solidFill>
                <a:latin typeface="Roboto"/>
                <a:ea typeface="Roboto"/>
                <a:cs typeface="Roboto"/>
                <a:sym typeface="Roboto"/>
              </a:endParaRPr>
            </a:p>
          </p:txBody>
        </p:sp>
        <p:sp>
          <p:nvSpPr>
            <p:cNvPr id="272" name="Google Shape;272;p42"/>
            <p:cNvSpPr txBox="1"/>
            <p:nvPr/>
          </p:nvSpPr>
          <p:spPr>
            <a:xfrm>
              <a:off x="2726250" y="2263715"/>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600</a:t>
              </a:r>
              <a:endParaRPr sz="1000">
                <a:solidFill>
                  <a:srgbClr val="434343"/>
                </a:solidFill>
                <a:latin typeface="Roboto"/>
                <a:ea typeface="Roboto"/>
                <a:cs typeface="Roboto"/>
                <a:sym typeface="Roboto"/>
              </a:endParaRPr>
            </a:p>
          </p:txBody>
        </p:sp>
        <p:sp>
          <p:nvSpPr>
            <p:cNvPr id="273" name="Google Shape;273;p42"/>
            <p:cNvSpPr txBox="1"/>
            <p:nvPr/>
          </p:nvSpPr>
          <p:spPr>
            <a:xfrm>
              <a:off x="2726250" y="1971393"/>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700</a:t>
              </a:r>
              <a:endParaRPr sz="1000">
                <a:solidFill>
                  <a:srgbClr val="434343"/>
                </a:solidFill>
                <a:latin typeface="Roboto"/>
                <a:ea typeface="Roboto"/>
                <a:cs typeface="Roboto"/>
                <a:sym typeface="Roboto"/>
              </a:endParaRPr>
            </a:p>
          </p:txBody>
        </p:sp>
        <p:sp>
          <p:nvSpPr>
            <p:cNvPr id="274" name="Google Shape;274;p42"/>
            <p:cNvSpPr txBox="1"/>
            <p:nvPr/>
          </p:nvSpPr>
          <p:spPr>
            <a:xfrm>
              <a:off x="2726250" y="1679070"/>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800</a:t>
              </a:r>
              <a:endParaRPr sz="1000">
                <a:solidFill>
                  <a:srgbClr val="434343"/>
                </a:solidFill>
                <a:latin typeface="Roboto"/>
                <a:ea typeface="Roboto"/>
                <a:cs typeface="Roboto"/>
                <a:sym typeface="Roboto"/>
              </a:endParaRPr>
            </a:p>
          </p:txBody>
        </p:sp>
        <p:sp>
          <p:nvSpPr>
            <p:cNvPr id="275" name="Google Shape;275;p42"/>
            <p:cNvSpPr txBox="1"/>
            <p:nvPr/>
          </p:nvSpPr>
          <p:spPr>
            <a:xfrm>
              <a:off x="2726250" y="1386748"/>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900</a:t>
              </a:r>
              <a:endParaRPr sz="1000">
                <a:solidFill>
                  <a:srgbClr val="434343"/>
                </a:solidFill>
                <a:latin typeface="Roboto"/>
                <a:ea typeface="Roboto"/>
                <a:cs typeface="Roboto"/>
                <a:sym typeface="Roboto"/>
              </a:endParaRPr>
            </a:p>
          </p:txBody>
        </p:sp>
        <p:sp>
          <p:nvSpPr>
            <p:cNvPr id="276" name="Google Shape;276;p42"/>
            <p:cNvSpPr txBox="1"/>
            <p:nvPr/>
          </p:nvSpPr>
          <p:spPr>
            <a:xfrm>
              <a:off x="2726250" y="1094425"/>
              <a:ext cx="557400" cy="25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434343"/>
                  </a:solidFill>
                  <a:latin typeface="Roboto"/>
                  <a:ea typeface="Roboto"/>
                  <a:cs typeface="Roboto"/>
                  <a:sym typeface="Roboto"/>
                </a:rPr>
                <a:t>1000</a:t>
              </a:r>
              <a:endParaRPr sz="1000">
                <a:solidFill>
                  <a:srgbClr val="434343"/>
                </a:solidFill>
                <a:latin typeface="Roboto"/>
                <a:ea typeface="Roboto"/>
                <a:cs typeface="Roboto"/>
                <a:sym typeface="Roboto"/>
              </a:endParaRPr>
            </a:p>
          </p:txBody>
        </p:sp>
      </p:grpSp>
      <p:grpSp>
        <p:nvGrpSpPr>
          <p:cNvPr id="277" name="Google Shape;277;p42"/>
          <p:cNvGrpSpPr/>
          <p:nvPr/>
        </p:nvGrpSpPr>
        <p:grpSpPr>
          <a:xfrm>
            <a:off x="4747184" y="1385647"/>
            <a:ext cx="480367" cy="2903506"/>
            <a:chOff x="4321749" y="1509472"/>
            <a:chExt cx="557400" cy="2903506"/>
          </a:xfrm>
        </p:grpSpPr>
        <p:sp>
          <p:nvSpPr>
            <p:cNvPr id="278" name="Google Shape;278;p42"/>
            <p:cNvSpPr/>
            <p:nvPr/>
          </p:nvSpPr>
          <p:spPr>
            <a:xfrm>
              <a:off x="4368942" y="1509472"/>
              <a:ext cx="231600" cy="2608800"/>
            </a:xfrm>
            <a:prstGeom prst="rect">
              <a:avLst/>
            </a:prstGeom>
            <a:solidFill>
              <a:srgbClr val="0072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79" name="Google Shape;279;p42"/>
            <p:cNvSpPr/>
            <p:nvPr/>
          </p:nvSpPr>
          <p:spPr>
            <a:xfrm>
              <a:off x="4600441" y="2089198"/>
              <a:ext cx="231600" cy="2028900"/>
            </a:xfrm>
            <a:prstGeom prst="rect">
              <a:avLst/>
            </a:prstGeom>
            <a:solidFill>
              <a:srgbClr val="FBD1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80" name="Google Shape;280;p42"/>
            <p:cNvSpPr txBox="1"/>
            <p:nvPr/>
          </p:nvSpPr>
          <p:spPr>
            <a:xfrm>
              <a:off x="4321749" y="4199377"/>
              <a:ext cx="557400" cy="2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434343"/>
                  </a:solidFill>
                  <a:latin typeface="Roboto"/>
                  <a:ea typeface="Roboto"/>
                  <a:cs typeface="Roboto"/>
                  <a:sym typeface="Roboto"/>
                </a:rPr>
                <a:t>2022</a:t>
              </a:r>
              <a:endParaRPr sz="1000">
                <a:solidFill>
                  <a:srgbClr val="434343"/>
                </a:solidFill>
                <a:latin typeface="Roboto"/>
                <a:ea typeface="Roboto"/>
                <a:cs typeface="Roboto"/>
                <a:sym typeface="Roboto"/>
              </a:endParaRPr>
            </a:p>
          </p:txBody>
        </p:sp>
      </p:grpSp>
      <p:grpSp>
        <p:nvGrpSpPr>
          <p:cNvPr id="281" name="Google Shape;281;p42"/>
          <p:cNvGrpSpPr/>
          <p:nvPr/>
        </p:nvGrpSpPr>
        <p:grpSpPr>
          <a:xfrm>
            <a:off x="5590427" y="1095768"/>
            <a:ext cx="480367" cy="3193384"/>
            <a:chOff x="5376411" y="1219593"/>
            <a:chExt cx="557400" cy="3193384"/>
          </a:xfrm>
        </p:grpSpPr>
        <p:sp>
          <p:nvSpPr>
            <p:cNvPr id="282" name="Google Shape;282;p42"/>
            <p:cNvSpPr/>
            <p:nvPr/>
          </p:nvSpPr>
          <p:spPr>
            <a:xfrm>
              <a:off x="5423604" y="1219593"/>
              <a:ext cx="231600" cy="2898600"/>
            </a:xfrm>
            <a:prstGeom prst="rect">
              <a:avLst/>
            </a:prstGeom>
            <a:solidFill>
              <a:srgbClr val="0072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83" name="Google Shape;283;p42"/>
            <p:cNvSpPr/>
            <p:nvPr/>
          </p:nvSpPr>
          <p:spPr>
            <a:xfrm>
              <a:off x="5655104" y="2668956"/>
              <a:ext cx="231600" cy="1449000"/>
            </a:xfrm>
            <a:prstGeom prst="rect">
              <a:avLst/>
            </a:prstGeom>
            <a:solidFill>
              <a:srgbClr val="FCD10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84" name="Google Shape;284;p42"/>
            <p:cNvSpPr txBox="1"/>
            <p:nvPr/>
          </p:nvSpPr>
          <p:spPr>
            <a:xfrm>
              <a:off x="5376411" y="4199377"/>
              <a:ext cx="557400" cy="2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434343"/>
                  </a:solidFill>
                  <a:latin typeface="Roboto"/>
                  <a:ea typeface="Roboto"/>
                  <a:cs typeface="Roboto"/>
                  <a:sym typeface="Roboto"/>
                </a:rPr>
                <a:t>2023</a:t>
              </a:r>
              <a:endParaRPr sz="1000">
                <a:solidFill>
                  <a:srgbClr val="434343"/>
                </a:solidFill>
                <a:latin typeface="Roboto"/>
                <a:ea typeface="Roboto"/>
                <a:cs typeface="Roboto"/>
                <a:sym typeface="Roboto"/>
              </a:endParaRPr>
            </a:p>
          </p:txBody>
        </p:sp>
      </p:grpSp>
      <p:grpSp>
        <p:nvGrpSpPr>
          <p:cNvPr id="285" name="Google Shape;285;p42"/>
          <p:cNvGrpSpPr/>
          <p:nvPr/>
        </p:nvGrpSpPr>
        <p:grpSpPr>
          <a:xfrm>
            <a:off x="6433671" y="1965250"/>
            <a:ext cx="480367" cy="2323903"/>
            <a:chOff x="6431074" y="2089075"/>
            <a:chExt cx="557400" cy="2323903"/>
          </a:xfrm>
        </p:grpSpPr>
        <p:sp>
          <p:nvSpPr>
            <p:cNvPr id="286" name="Google Shape;286;p42"/>
            <p:cNvSpPr/>
            <p:nvPr/>
          </p:nvSpPr>
          <p:spPr>
            <a:xfrm>
              <a:off x="6478267" y="2958804"/>
              <a:ext cx="231600" cy="1159500"/>
            </a:xfrm>
            <a:prstGeom prst="rect">
              <a:avLst/>
            </a:prstGeom>
            <a:solidFill>
              <a:srgbClr val="0072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87" name="Google Shape;287;p42"/>
            <p:cNvSpPr/>
            <p:nvPr/>
          </p:nvSpPr>
          <p:spPr>
            <a:xfrm>
              <a:off x="6709766" y="2089075"/>
              <a:ext cx="231600" cy="2028900"/>
            </a:xfrm>
            <a:prstGeom prst="rect">
              <a:avLst/>
            </a:prstGeom>
            <a:solidFill>
              <a:srgbClr val="FBD1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88" name="Google Shape;288;p42"/>
            <p:cNvSpPr txBox="1"/>
            <p:nvPr/>
          </p:nvSpPr>
          <p:spPr>
            <a:xfrm>
              <a:off x="6431074" y="4199377"/>
              <a:ext cx="557400" cy="2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434343"/>
                  </a:solidFill>
                  <a:latin typeface="Roboto"/>
                  <a:ea typeface="Roboto"/>
                  <a:cs typeface="Roboto"/>
                  <a:sym typeface="Roboto"/>
                </a:rPr>
                <a:t>2024</a:t>
              </a:r>
              <a:endParaRPr sz="1000">
                <a:solidFill>
                  <a:srgbClr val="434343"/>
                </a:solidFill>
                <a:latin typeface="Roboto"/>
                <a:ea typeface="Roboto"/>
                <a:cs typeface="Roboto"/>
                <a:sym typeface="Roboto"/>
              </a:endParaRPr>
            </a:p>
          </p:txBody>
        </p:sp>
      </p:grpSp>
      <p:grpSp>
        <p:nvGrpSpPr>
          <p:cNvPr id="289" name="Google Shape;289;p42"/>
          <p:cNvGrpSpPr/>
          <p:nvPr/>
        </p:nvGrpSpPr>
        <p:grpSpPr>
          <a:xfrm>
            <a:off x="7276914" y="1675527"/>
            <a:ext cx="480367" cy="2613626"/>
            <a:chOff x="7485737" y="1799351"/>
            <a:chExt cx="557400" cy="2613626"/>
          </a:xfrm>
        </p:grpSpPr>
        <p:sp>
          <p:nvSpPr>
            <p:cNvPr id="290" name="Google Shape;290;p42"/>
            <p:cNvSpPr/>
            <p:nvPr/>
          </p:nvSpPr>
          <p:spPr>
            <a:xfrm>
              <a:off x="7532929" y="3248733"/>
              <a:ext cx="231600" cy="869700"/>
            </a:xfrm>
            <a:prstGeom prst="rect">
              <a:avLst/>
            </a:prstGeom>
            <a:solidFill>
              <a:srgbClr val="0072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91" name="Google Shape;291;p42"/>
            <p:cNvSpPr/>
            <p:nvPr/>
          </p:nvSpPr>
          <p:spPr>
            <a:xfrm>
              <a:off x="7764429" y="1799351"/>
              <a:ext cx="231600" cy="2318700"/>
            </a:xfrm>
            <a:prstGeom prst="rect">
              <a:avLst/>
            </a:prstGeom>
            <a:solidFill>
              <a:srgbClr val="FBD1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92" name="Google Shape;292;p42"/>
            <p:cNvSpPr txBox="1"/>
            <p:nvPr/>
          </p:nvSpPr>
          <p:spPr>
            <a:xfrm>
              <a:off x="7485737" y="4199377"/>
              <a:ext cx="557400" cy="2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434343"/>
                  </a:solidFill>
                  <a:latin typeface="Roboto"/>
                  <a:ea typeface="Roboto"/>
                  <a:cs typeface="Roboto"/>
                  <a:sym typeface="Roboto"/>
                </a:rPr>
                <a:t>2025</a:t>
              </a:r>
              <a:endParaRPr sz="1000">
                <a:solidFill>
                  <a:srgbClr val="434343"/>
                </a:solidFill>
                <a:latin typeface="Roboto"/>
                <a:ea typeface="Roboto"/>
                <a:cs typeface="Roboto"/>
                <a:sym typeface="Roboto"/>
              </a:endParaRPr>
            </a:p>
          </p:txBody>
        </p:sp>
      </p:grpSp>
      <p:cxnSp>
        <p:nvCxnSpPr>
          <p:cNvPr id="293" name="Google Shape;293;p42"/>
          <p:cNvCxnSpPr/>
          <p:nvPr/>
        </p:nvCxnSpPr>
        <p:spPr>
          <a:xfrm>
            <a:off x="4489484" y="3989687"/>
            <a:ext cx="4368300" cy="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ph type="title"/>
          </p:nvPr>
        </p:nvSpPr>
        <p:spPr>
          <a:xfrm>
            <a:off x="630450" y="920200"/>
            <a:ext cx="3057300" cy="84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5"/>
          <p:cNvSpPr txBox="1"/>
          <p:nvPr>
            <p:ph idx="1" type="subTitle"/>
          </p:nvPr>
        </p:nvSpPr>
        <p:spPr>
          <a:xfrm>
            <a:off x="4551025" y="956175"/>
            <a:ext cx="4109400" cy="146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5"/>
          <p:cNvSpPr/>
          <p:nvPr>
            <p:ph idx="2" type="pic"/>
          </p:nvPr>
        </p:nvSpPr>
        <p:spPr>
          <a:xfrm>
            <a:off x="747350" y="2502850"/>
            <a:ext cx="2526900" cy="1960200"/>
          </a:xfrm>
          <a:prstGeom prst="roundRect">
            <a:avLst>
              <a:gd fmla="val 16667" name="adj"/>
            </a:avLst>
          </a:prstGeom>
        </p:spPr>
      </p:sp>
      <p:sp>
        <p:nvSpPr>
          <p:cNvPr id="310" name="Google Shape;310;p45"/>
          <p:cNvSpPr/>
          <p:nvPr>
            <p:ph idx="3" type="pic"/>
          </p:nvPr>
        </p:nvSpPr>
        <p:spPr>
          <a:xfrm>
            <a:off x="6133525" y="2502850"/>
            <a:ext cx="2526900" cy="1960200"/>
          </a:xfrm>
          <a:prstGeom prst="roundRect">
            <a:avLst>
              <a:gd fmla="val 16667" name="adj"/>
            </a:avLst>
          </a:prstGeom>
        </p:spPr>
      </p:sp>
      <p:sp>
        <p:nvSpPr>
          <p:cNvPr id="311" name="Google Shape;311;p45"/>
          <p:cNvSpPr/>
          <p:nvPr>
            <p:ph idx="4" type="pic"/>
          </p:nvPr>
        </p:nvSpPr>
        <p:spPr>
          <a:xfrm>
            <a:off x="3471025" y="2502850"/>
            <a:ext cx="2526900" cy="1960200"/>
          </a:xfrm>
          <a:prstGeom prst="roundRect">
            <a:avLst>
              <a:gd fmla="val 16667" name="adj"/>
            </a:avLst>
          </a:prstGeom>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7"/>
          <p:cNvSpPr/>
          <p:nvPr/>
        </p:nvSpPr>
        <p:spPr>
          <a:xfrm>
            <a:off x="659050" y="1933875"/>
            <a:ext cx="1013100" cy="900600"/>
          </a:xfrm>
          <a:prstGeom prst="rect">
            <a:avLst/>
          </a:prstGeom>
          <a:solidFill>
            <a:srgbClr val="FCD10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23" name="Google Shape;323;p47"/>
          <p:cNvSpPr/>
          <p:nvPr/>
        </p:nvSpPr>
        <p:spPr>
          <a:xfrm>
            <a:off x="659050" y="3272550"/>
            <a:ext cx="1013100" cy="900600"/>
          </a:xfrm>
          <a:prstGeom prst="rect">
            <a:avLst/>
          </a:prstGeom>
          <a:solidFill>
            <a:srgbClr val="FCD10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24" name="Google Shape;324;p47"/>
          <p:cNvSpPr/>
          <p:nvPr/>
        </p:nvSpPr>
        <p:spPr>
          <a:xfrm>
            <a:off x="4664750" y="1887100"/>
            <a:ext cx="1013100" cy="900600"/>
          </a:xfrm>
          <a:prstGeom prst="rect">
            <a:avLst/>
          </a:prstGeom>
          <a:solidFill>
            <a:srgbClr val="FCD10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25" name="Google Shape;325;p47"/>
          <p:cNvSpPr/>
          <p:nvPr/>
        </p:nvSpPr>
        <p:spPr>
          <a:xfrm>
            <a:off x="4664750" y="3225775"/>
            <a:ext cx="1013100" cy="900600"/>
          </a:xfrm>
          <a:prstGeom prst="rect">
            <a:avLst/>
          </a:prstGeom>
          <a:solidFill>
            <a:srgbClr val="FCD10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pic>
        <p:nvPicPr>
          <p:cNvPr id="326" name="Google Shape;326;p47"/>
          <p:cNvPicPr preferRelativeResize="0"/>
          <p:nvPr/>
        </p:nvPicPr>
        <p:blipFill>
          <a:blip r:embed="rId3">
            <a:alphaModFix/>
          </a:blip>
          <a:stretch>
            <a:fillRect/>
          </a:stretch>
        </p:blipFill>
        <p:spPr>
          <a:xfrm>
            <a:off x="920728" y="3477950"/>
            <a:ext cx="489744" cy="489806"/>
          </a:xfrm>
          <a:prstGeom prst="rect">
            <a:avLst/>
          </a:prstGeom>
          <a:noFill/>
          <a:ln>
            <a:noFill/>
          </a:ln>
        </p:spPr>
      </p:pic>
      <p:pic>
        <p:nvPicPr>
          <p:cNvPr id="327" name="Google Shape;327;p47"/>
          <p:cNvPicPr preferRelativeResize="0"/>
          <p:nvPr/>
        </p:nvPicPr>
        <p:blipFill>
          <a:blip r:embed="rId4">
            <a:alphaModFix/>
          </a:blip>
          <a:stretch>
            <a:fillRect/>
          </a:stretch>
        </p:blipFill>
        <p:spPr>
          <a:xfrm>
            <a:off x="4926426" y="2092526"/>
            <a:ext cx="489726" cy="489754"/>
          </a:xfrm>
          <a:prstGeom prst="rect">
            <a:avLst/>
          </a:prstGeom>
          <a:noFill/>
          <a:ln>
            <a:noFill/>
          </a:ln>
        </p:spPr>
      </p:pic>
      <p:pic>
        <p:nvPicPr>
          <p:cNvPr id="328" name="Google Shape;328;p47"/>
          <p:cNvPicPr preferRelativeResize="0"/>
          <p:nvPr/>
        </p:nvPicPr>
        <p:blipFill>
          <a:blip r:embed="rId5">
            <a:alphaModFix/>
          </a:blip>
          <a:stretch>
            <a:fillRect/>
          </a:stretch>
        </p:blipFill>
        <p:spPr>
          <a:xfrm>
            <a:off x="4926437" y="3431212"/>
            <a:ext cx="489726" cy="489726"/>
          </a:xfrm>
          <a:prstGeom prst="rect">
            <a:avLst/>
          </a:prstGeom>
          <a:noFill/>
          <a:ln>
            <a:noFill/>
          </a:ln>
        </p:spPr>
      </p:pic>
      <p:sp>
        <p:nvSpPr>
          <p:cNvPr id="329" name="Google Shape;329;p47"/>
          <p:cNvSpPr/>
          <p:nvPr/>
        </p:nvSpPr>
        <p:spPr>
          <a:xfrm>
            <a:off x="964575" y="2213714"/>
            <a:ext cx="402038" cy="340902"/>
          </a:xfrm>
          <a:custGeom>
            <a:rect b="b" l="l" r="r" t="t"/>
            <a:pathLst>
              <a:path extrusionOk="0" h="21542" w="21508">
                <a:moveTo>
                  <a:pt x="21409" y="5972"/>
                </a:moveTo>
                <a:lnTo>
                  <a:pt x="19763" y="8186"/>
                </a:lnTo>
                <a:lnTo>
                  <a:pt x="18666" y="10220"/>
                </a:lnTo>
                <a:cubicBezTo>
                  <a:pt x="18473" y="10526"/>
                  <a:pt x="18266" y="10760"/>
                  <a:pt x="18029" y="10994"/>
                </a:cubicBezTo>
                <a:cubicBezTo>
                  <a:pt x="17732" y="11282"/>
                  <a:pt x="17421" y="11498"/>
                  <a:pt x="17080" y="11678"/>
                </a:cubicBezTo>
                <a:cubicBezTo>
                  <a:pt x="16887" y="11768"/>
                  <a:pt x="16680" y="11840"/>
                  <a:pt x="16472" y="11894"/>
                </a:cubicBezTo>
                <a:cubicBezTo>
                  <a:pt x="16472" y="11894"/>
                  <a:pt x="16472" y="11894"/>
                  <a:pt x="16457" y="11894"/>
                </a:cubicBezTo>
                <a:cubicBezTo>
                  <a:pt x="16264" y="11930"/>
                  <a:pt x="16087" y="11984"/>
                  <a:pt x="15879" y="11984"/>
                </a:cubicBezTo>
                <a:cubicBezTo>
                  <a:pt x="16087" y="11984"/>
                  <a:pt x="16279" y="11930"/>
                  <a:pt x="16472" y="11894"/>
                </a:cubicBezTo>
                <a:cubicBezTo>
                  <a:pt x="16472" y="11894"/>
                  <a:pt x="16472" y="11894"/>
                  <a:pt x="16487" y="11894"/>
                </a:cubicBezTo>
                <a:lnTo>
                  <a:pt x="17273" y="12848"/>
                </a:lnTo>
                <a:cubicBezTo>
                  <a:pt x="17273" y="12848"/>
                  <a:pt x="17273" y="12866"/>
                  <a:pt x="17287" y="12866"/>
                </a:cubicBezTo>
                <a:cubicBezTo>
                  <a:pt x="17539" y="13172"/>
                  <a:pt x="17717" y="13586"/>
                  <a:pt x="17717" y="14054"/>
                </a:cubicBezTo>
                <a:cubicBezTo>
                  <a:pt x="17717" y="14972"/>
                  <a:pt x="17110" y="15692"/>
                  <a:pt x="16368" y="15692"/>
                </a:cubicBezTo>
                <a:cubicBezTo>
                  <a:pt x="16294" y="15692"/>
                  <a:pt x="16220" y="15692"/>
                  <a:pt x="16131" y="15674"/>
                </a:cubicBezTo>
                <a:cubicBezTo>
                  <a:pt x="16146" y="15782"/>
                  <a:pt x="16146" y="15872"/>
                  <a:pt x="16146" y="15980"/>
                </a:cubicBezTo>
                <a:cubicBezTo>
                  <a:pt x="16146" y="16898"/>
                  <a:pt x="15538" y="17618"/>
                  <a:pt x="14797" y="17618"/>
                </a:cubicBezTo>
                <a:cubicBezTo>
                  <a:pt x="14708" y="17618"/>
                  <a:pt x="14619" y="17618"/>
                  <a:pt x="14545" y="17600"/>
                </a:cubicBezTo>
                <a:cubicBezTo>
                  <a:pt x="14545" y="17690"/>
                  <a:pt x="14560" y="17780"/>
                  <a:pt x="14560" y="17888"/>
                </a:cubicBezTo>
                <a:cubicBezTo>
                  <a:pt x="14560" y="18788"/>
                  <a:pt x="13952" y="19526"/>
                  <a:pt x="13211" y="19526"/>
                </a:cubicBezTo>
                <a:cubicBezTo>
                  <a:pt x="13136" y="19526"/>
                  <a:pt x="13062" y="19526"/>
                  <a:pt x="12973" y="19508"/>
                </a:cubicBezTo>
                <a:cubicBezTo>
                  <a:pt x="12988" y="19616"/>
                  <a:pt x="12988" y="19706"/>
                  <a:pt x="12988" y="19814"/>
                </a:cubicBezTo>
                <a:cubicBezTo>
                  <a:pt x="12988" y="20714"/>
                  <a:pt x="12395" y="21452"/>
                  <a:pt x="11639" y="21452"/>
                </a:cubicBezTo>
                <a:cubicBezTo>
                  <a:pt x="11254" y="21452"/>
                  <a:pt x="10898" y="21236"/>
                  <a:pt x="10646" y="20912"/>
                </a:cubicBezTo>
                <a:cubicBezTo>
                  <a:pt x="10616" y="20894"/>
                  <a:pt x="10601" y="20876"/>
                  <a:pt x="10587" y="20858"/>
                </a:cubicBezTo>
                <a:lnTo>
                  <a:pt x="9430" y="19436"/>
                </a:lnTo>
                <a:lnTo>
                  <a:pt x="8215" y="20912"/>
                </a:lnTo>
                <a:cubicBezTo>
                  <a:pt x="7977" y="21308"/>
                  <a:pt x="7607" y="21542"/>
                  <a:pt x="7177" y="21542"/>
                </a:cubicBezTo>
                <a:cubicBezTo>
                  <a:pt x="6450" y="21542"/>
                  <a:pt x="5887" y="20822"/>
                  <a:pt x="5887" y="19958"/>
                </a:cubicBezTo>
                <a:cubicBezTo>
                  <a:pt x="5887" y="19832"/>
                  <a:pt x="5887" y="19706"/>
                  <a:pt x="5917" y="19580"/>
                </a:cubicBezTo>
                <a:cubicBezTo>
                  <a:pt x="5813" y="19598"/>
                  <a:pt x="5709" y="19616"/>
                  <a:pt x="5590" y="19616"/>
                </a:cubicBezTo>
                <a:cubicBezTo>
                  <a:pt x="4864" y="19616"/>
                  <a:pt x="4301" y="18896"/>
                  <a:pt x="4301" y="18032"/>
                </a:cubicBezTo>
                <a:cubicBezTo>
                  <a:pt x="4301" y="17906"/>
                  <a:pt x="4301" y="17798"/>
                  <a:pt x="4330" y="17690"/>
                </a:cubicBezTo>
                <a:cubicBezTo>
                  <a:pt x="4227" y="17708"/>
                  <a:pt x="4123" y="17726"/>
                  <a:pt x="4004" y="17726"/>
                </a:cubicBezTo>
                <a:cubicBezTo>
                  <a:pt x="3278" y="17726"/>
                  <a:pt x="2714" y="17024"/>
                  <a:pt x="2714" y="16160"/>
                </a:cubicBezTo>
                <a:cubicBezTo>
                  <a:pt x="2714" y="16016"/>
                  <a:pt x="2714" y="15890"/>
                  <a:pt x="2744" y="15782"/>
                </a:cubicBezTo>
                <a:cubicBezTo>
                  <a:pt x="2655" y="15800"/>
                  <a:pt x="2566" y="15800"/>
                  <a:pt x="2477" y="15800"/>
                </a:cubicBezTo>
                <a:cubicBezTo>
                  <a:pt x="1751" y="15800"/>
                  <a:pt x="1173" y="15098"/>
                  <a:pt x="1173" y="14234"/>
                </a:cubicBezTo>
                <a:cubicBezTo>
                  <a:pt x="1173" y="13910"/>
                  <a:pt x="1262" y="13586"/>
                  <a:pt x="1410" y="13316"/>
                </a:cubicBezTo>
                <a:cubicBezTo>
                  <a:pt x="1410" y="13298"/>
                  <a:pt x="1410" y="13280"/>
                  <a:pt x="1425" y="13280"/>
                </a:cubicBezTo>
                <a:cubicBezTo>
                  <a:pt x="1439" y="13262"/>
                  <a:pt x="1484" y="13208"/>
                  <a:pt x="1514" y="13172"/>
                </a:cubicBezTo>
                <a:cubicBezTo>
                  <a:pt x="1543" y="13118"/>
                  <a:pt x="1573" y="13064"/>
                  <a:pt x="1617" y="13028"/>
                </a:cubicBezTo>
                <a:cubicBezTo>
                  <a:pt x="1958" y="12578"/>
                  <a:pt x="2522" y="11930"/>
                  <a:pt x="2907" y="11480"/>
                </a:cubicBezTo>
                <a:lnTo>
                  <a:pt x="135" y="8150"/>
                </a:lnTo>
                <a:cubicBezTo>
                  <a:pt x="1" y="7970"/>
                  <a:pt x="-43" y="7736"/>
                  <a:pt x="46" y="7610"/>
                </a:cubicBezTo>
                <a:cubicBezTo>
                  <a:pt x="165" y="7502"/>
                  <a:pt x="342" y="7538"/>
                  <a:pt x="491" y="7718"/>
                </a:cubicBezTo>
                <a:lnTo>
                  <a:pt x="3263" y="11048"/>
                </a:lnTo>
                <a:cubicBezTo>
                  <a:pt x="3485" y="10742"/>
                  <a:pt x="3826" y="10544"/>
                  <a:pt x="4212" y="10544"/>
                </a:cubicBezTo>
                <a:cubicBezTo>
                  <a:pt x="4938" y="10544"/>
                  <a:pt x="5502" y="11264"/>
                  <a:pt x="5502" y="12128"/>
                </a:cubicBezTo>
                <a:cubicBezTo>
                  <a:pt x="5502" y="12254"/>
                  <a:pt x="5502" y="12380"/>
                  <a:pt x="5472" y="12488"/>
                </a:cubicBezTo>
                <a:cubicBezTo>
                  <a:pt x="5561" y="12470"/>
                  <a:pt x="5650" y="12470"/>
                  <a:pt x="5739" y="12470"/>
                </a:cubicBezTo>
                <a:cubicBezTo>
                  <a:pt x="6465" y="12470"/>
                  <a:pt x="7043" y="13190"/>
                  <a:pt x="7043" y="14054"/>
                </a:cubicBezTo>
                <a:cubicBezTo>
                  <a:pt x="7043" y="14180"/>
                  <a:pt x="7043" y="14288"/>
                  <a:pt x="6999" y="14396"/>
                </a:cubicBezTo>
                <a:cubicBezTo>
                  <a:pt x="7117" y="14378"/>
                  <a:pt x="7221" y="14360"/>
                  <a:pt x="7325" y="14360"/>
                </a:cubicBezTo>
                <a:cubicBezTo>
                  <a:pt x="8051" y="14360"/>
                  <a:pt x="8630" y="15080"/>
                  <a:pt x="8630" y="15944"/>
                </a:cubicBezTo>
                <a:cubicBezTo>
                  <a:pt x="8630" y="16070"/>
                  <a:pt x="8630" y="16196"/>
                  <a:pt x="8585" y="16322"/>
                </a:cubicBezTo>
                <a:cubicBezTo>
                  <a:pt x="8704" y="16304"/>
                  <a:pt x="8808" y="16286"/>
                  <a:pt x="8911" y="16286"/>
                </a:cubicBezTo>
                <a:cubicBezTo>
                  <a:pt x="9638" y="16286"/>
                  <a:pt x="10216" y="17006"/>
                  <a:pt x="10216" y="17870"/>
                </a:cubicBezTo>
                <a:cubicBezTo>
                  <a:pt x="10216" y="18230"/>
                  <a:pt x="10112" y="18608"/>
                  <a:pt x="9934" y="18860"/>
                </a:cubicBezTo>
                <a:cubicBezTo>
                  <a:pt x="9934" y="18860"/>
                  <a:pt x="9934" y="18878"/>
                  <a:pt x="9905" y="18878"/>
                </a:cubicBezTo>
                <a:lnTo>
                  <a:pt x="9816" y="18986"/>
                </a:lnTo>
                <a:lnTo>
                  <a:pt x="11002" y="20426"/>
                </a:lnTo>
                <a:cubicBezTo>
                  <a:pt x="11165" y="20678"/>
                  <a:pt x="11402" y="20822"/>
                  <a:pt x="11698" y="20822"/>
                </a:cubicBezTo>
                <a:cubicBezTo>
                  <a:pt x="12173" y="20822"/>
                  <a:pt x="12543" y="20354"/>
                  <a:pt x="12543" y="19796"/>
                </a:cubicBezTo>
                <a:cubicBezTo>
                  <a:pt x="12543" y="19508"/>
                  <a:pt x="12454" y="19256"/>
                  <a:pt x="12306" y="19076"/>
                </a:cubicBezTo>
                <a:cubicBezTo>
                  <a:pt x="12247" y="19040"/>
                  <a:pt x="12217" y="18968"/>
                  <a:pt x="12173" y="18896"/>
                </a:cubicBezTo>
                <a:lnTo>
                  <a:pt x="11565" y="18176"/>
                </a:lnTo>
                <a:lnTo>
                  <a:pt x="10142" y="16430"/>
                </a:lnTo>
                <a:cubicBezTo>
                  <a:pt x="10053" y="16322"/>
                  <a:pt x="10053" y="16124"/>
                  <a:pt x="10142" y="16016"/>
                </a:cubicBezTo>
                <a:cubicBezTo>
                  <a:pt x="10231" y="15908"/>
                  <a:pt x="10394" y="15908"/>
                  <a:pt x="10483" y="16016"/>
                </a:cubicBezTo>
                <a:lnTo>
                  <a:pt x="11876" y="17708"/>
                </a:lnTo>
                <a:lnTo>
                  <a:pt x="12425" y="18392"/>
                </a:lnTo>
                <a:lnTo>
                  <a:pt x="12529" y="18518"/>
                </a:lnTo>
                <a:cubicBezTo>
                  <a:pt x="12692" y="18770"/>
                  <a:pt x="12944" y="18932"/>
                  <a:pt x="13225" y="18932"/>
                </a:cubicBezTo>
                <a:cubicBezTo>
                  <a:pt x="13715" y="18932"/>
                  <a:pt x="14085" y="18446"/>
                  <a:pt x="14085" y="17888"/>
                </a:cubicBezTo>
                <a:cubicBezTo>
                  <a:pt x="14085" y="17600"/>
                  <a:pt x="13996" y="17348"/>
                  <a:pt x="13833" y="17168"/>
                </a:cubicBezTo>
                <a:cubicBezTo>
                  <a:pt x="13804" y="17132"/>
                  <a:pt x="13759" y="17078"/>
                  <a:pt x="13729" y="17042"/>
                </a:cubicBezTo>
                <a:lnTo>
                  <a:pt x="13077" y="16268"/>
                </a:lnTo>
                <a:lnTo>
                  <a:pt x="11713" y="14594"/>
                </a:lnTo>
                <a:cubicBezTo>
                  <a:pt x="11624" y="14486"/>
                  <a:pt x="11624" y="14288"/>
                  <a:pt x="11713" y="14180"/>
                </a:cubicBezTo>
                <a:cubicBezTo>
                  <a:pt x="11802" y="14072"/>
                  <a:pt x="11965" y="14072"/>
                  <a:pt x="12054" y="14180"/>
                </a:cubicBezTo>
                <a:lnTo>
                  <a:pt x="13418" y="15854"/>
                </a:lnTo>
                <a:lnTo>
                  <a:pt x="13996" y="16538"/>
                </a:lnTo>
                <a:lnTo>
                  <a:pt x="14085" y="16646"/>
                </a:lnTo>
                <a:cubicBezTo>
                  <a:pt x="14248" y="16916"/>
                  <a:pt x="14485" y="17060"/>
                  <a:pt x="14782" y="17060"/>
                </a:cubicBezTo>
                <a:cubicBezTo>
                  <a:pt x="15256" y="17060"/>
                  <a:pt x="15627" y="16592"/>
                  <a:pt x="15627" y="16016"/>
                </a:cubicBezTo>
                <a:cubicBezTo>
                  <a:pt x="15627" y="15746"/>
                  <a:pt x="15538" y="15476"/>
                  <a:pt x="15390" y="15314"/>
                </a:cubicBezTo>
                <a:cubicBezTo>
                  <a:pt x="15331" y="15260"/>
                  <a:pt x="15301" y="15206"/>
                  <a:pt x="15256" y="15134"/>
                </a:cubicBezTo>
                <a:lnTo>
                  <a:pt x="13314" y="12776"/>
                </a:lnTo>
                <a:cubicBezTo>
                  <a:pt x="13225" y="12668"/>
                  <a:pt x="13225" y="12470"/>
                  <a:pt x="13314" y="12362"/>
                </a:cubicBezTo>
                <a:cubicBezTo>
                  <a:pt x="13403" y="12254"/>
                  <a:pt x="13566" y="12254"/>
                  <a:pt x="13655" y="12362"/>
                </a:cubicBezTo>
                <a:lnTo>
                  <a:pt x="15597" y="14720"/>
                </a:lnTo>
                <a:lnTo>
                  <a:pt x="15627" y="14774"/>
                </a:lnTo>
                <a:cubicBezTo>
                  <a:pt x="15790" y="15026"/>
                  <a:pt x="16042" y="15188"/>
                  <a:pt x="16324" y="15188"/>
                </a:cubicBezTo>
                <a:cubicBezTo>
                  <a:pt x="16813" y="15188"/>
                  <a:pt x="17184" y="14702"/>
                  <a:pt x="17184" y="14144"/>
                </a:cubicBezTo>
                <a:cubicBezTo>
                  <a:pt x="17184" y="13874"/>
                  <a:pt x="17110" y="13640"/>
                  <a:pt x="16976" y="13478"/>
                </a:cubicBezTo>
                <a:lnTo>
                  <a:pt x="14901" y="10958"/>
                </a:lnTo>
                <a:cubicBezTo>
                  <a:pt x="14886" y="10940"/>
                  <a:pt x="14871" y="10886"/>
                  <a:pt x="14856" y="10868"/>
                </a:cubicBezTo>
                <a:lnTo>
                  <a:pt x="11787" y="7142"/>
                </a:lnTo>
                <a:lnTo>
                  <a:pt x="11298" y="6566"/>
                </a:lnTo>
                <a:cubicBezTo>
                  <a:pt x="11268" y="6512"/>
                  <a:pt x="11254" y="6476"/>
                  <a:pt x="11224" y="6440"/>
                </a:cubicBezTo>
                <a:cubicBezTo>
                  <a:pt x="11224" y="6404"/>
                  <a:pt x="11209" y="6386"/>
                  <a:pt x="11209" y="6368"/>
                </a:cubicBezTo>
                <a:cubicBezTo>
                  <a:pt x="10957" y="5738"/>
                  <a:pt x="10394" y="5324"/>
                  <a:pt x="9771" y="5324"/>
                </a:cubicBezTo>
                <a:cubicBezTo>
                  <a:pt x="9401" y="5324"/>
                  <a:pt x="9030" y="5504"/>
                  <a:pt x="8748" y="5756"/>
                </a:cubicBezTo>
                <a:lnTo>
                  <a:pt x="8748" y="5792"/>
                </a:lnTo>
                <a:lnTo>
                  <a:pt x="8215" y="8618"/>
                </a:lnTo>
                <a:cubicBezTo>
                  <a:pt x="8215" y="8690"/>
                  <a:pt x="8200" y="8744"/>
                  <a:pt x="8170" y="8816"/>
                </a:cubicBezTo>
                <a:cubicBezTo>
                  <a:pt x="8007" y="9392"/>
                  <a:pt x="7533" y="9824"/>
                  <a:pt x="6984" y="9824"/>
                </a:cubicBezTo>
                <a:cubicBezTo>
                  <a:pt x="6302" y="9824"/>
                  <a:pt x="5754" y="9158"/>
                  <a:pt x="5754" y="8330"/>
                </a:cubicBezTo>
                <a:cubicBezTo>
                  <a:pt x="5754" y="8258"/>
                  <a:pt x="5754" y="8150"/>
                  <a:pt x="5768" y="8060"/>
                </a:cubicBezTo>
                <a:cubicBezTo>
                  <a:pt x="5768" y="8042"/>
                  <a:pt x="5768" y="7988"/>
                  <a:pt x="5798" y="7952"/>
                </a:cubicBezTo>
                <a:cubicBezTo>
                  <a:pt x="6095" y="6386"/>
                  <a:pt x="6984" y="1670"/>
                  <a:pt x="6984" y="1670"/>
                </a:cubicBezTo>
                <a:cubicBezTo>
                  <a:pt x="6999" y="1580"/>
                  <a:pt x="7043" y="1472"/>
                  <a:pt x="7073" y="1418"/>
                </a:cubicBezTo>
                <a:cubicBezTo>
                  <a:pt x="7251" y="806"/>
                  <a:pt x="7740" y="374"/>
                  <a:pt x="8303" y="374"/>
                </a:cubicBezTo>
                <a:cubicBezTo>
                  <a:pt x="8481" y="374"/>
                  <a:pt x="8644" y="410"/>
                  <a:pt x="8808" y="500"/>
                </a:cubicBezTo>
                <a:lnTo>
                  <a:pt x="14574" y="2066"/>
                </a:lnTo>
                <a:lnTo>
                  <a:pt x="16012" y="158"/>
                </a:lnTo>
                <a:cubicBezTo>
                  <a:pt x="16176" y="-40"/>
                  <a:pt x="16413" y="-58"/>
                  <a:pt x="16576" y="140"/>
                </a:cubicBezTo>
                <a:lnTo>
                  <a:pt x="21335" y="5378"/>
                </a:lnTo>
                <a:cubicBezTo>
                  <a:pt x="21542" y="5468"/>
                  <a:pt x="21557" y="5756"/>
                  <a:pt x="21409" y="5972"/>
                </a:cubicBezTo>
              </a:path>
            </a:pathLst>
          </a:custGeom>
          <a:solidFill>
            <a:srgbClr val="3C5337"/>
          </a:solidFill>
          <a:ln>
            <a:noFill/>
          </a:ln>
        </p:spPr>
        <p:txBody>
          <a:bodyPr anchorCtr="0" anchor="ctr" bIns="26325" lIns="18500" spcFirstLastPara="1" rIns="18500" wrap="square" tIns="26325">
            <a:noAutofit/>
          </a:bodyPr>
          <a:lstStyle/>
          <a:p>
            <a:pPr indent="0" lvl="0" marL="0" marR="0" rtl="0" algn="l">
              <a:lnSpc>
                <a:spcPct val="93000"/>
              </a:lnSpc>
              <a:spcBef>
                <a:spcPts val="0"/>
              </a:spcBef>
              <a:spcAft>
                <a:spcPts val="0"/>
              </a:spcAft>
              <a:buNone/>
            </a:pPr>
            <a:r>
              <a:t/>
            </a:r>
            <a:endParaRPr sz="1383">
              <a:solidFill>
                <a:srgbClr val="000000"/>
              </a:solidFill>
              <a:latin typeface="Arial"/>
              <a:ea typeface="Arial"/>
              <a:cs typeface="Arial"/>
              <a:sym typeface="Arial"/>
            </a:endParaRPr>
          </a:p>
        </p:txBody>
      </p:sp>
      <p:grpSp>
        <p:nvGrpSpPr>
          <p:cNvPr id="330" name="Google Shape;330;p47"/>
          <p:cNvGrpSpPr/>
          <p:nvPr/>
        </p:nvGrpSpPr>
        <p:grpSpPr>
          <a:xfrm>
            <a:off x="1925212" y="1948437"/>
            <a:ext cx="2014200" cy="871492"/>
            <a:chOff x="0" y="0"/>
            <a:chExt cx="5371200" cy="2323979"/>
          </a:xfrm>
        </p:grpSpPr>
        <p:sp>
          <p:nvSpPr>
            <p:cNvPr id="331" name="Google Shape;331;p47"/>
            <p:cNvSpPr/>
            <p:nvPr/>
          </p:nvSpPr>
          <p:spPr>
            <a:xfrm>
              <a:off x="0" y="0"/>
              <a:ext cx="53712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Dresda etoa jm osdoma.</a:t>
              </a:r>
              <a:endParaRPr b="1" i="0" sz="500" u="none" cap="none" strike="noStrike">
                <a:solidFill>
                  <a:srgbClr val="000000"/>
                </a:solidFill>
                <a:latin typeface="Plus Jakarta Sans"/>
                <a:ea typeface="Plus Jakarta Sans"/>
                <a:cs typeface="Plus Jakarta Sans"/>
                <a:sym typeface="Plus Jakarta Sans"/>
              </a:endParaRPr>
            </a:p>
          </p:txBody>
        </p:sp>
        <p:sp>
          <p:nvSpPr>
            <p:cNvPr id="332" name="Google Shape;332;p47"/>
            <p:cNvSpPr/>
            <p:nvPr/>
          </p:nvSpPr>
          <p:spPr>
            <a:xfrm>
              <a:off x="0" y="678179"/>
              <a:ext cx="5371200" cy="16458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Eem sus  ipsusitn druamet, orem esomdo ipsos dolor sit amet, deras consetet.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333" name="Google Shape;333;p47"/>
          <p:cNvGrpSpPr/>
          <p:nvPr/>
        </p:nvGrpSpPr>
        <p:grpSpPr>
          <a:xfrm>
            <a:off x="1925212" y="3287112"/>
            <a:ext cx="2014200" cy="871492"/>
            <a:chOff x="0" y="0"/>
            <a:chExt cx="5371200" cy="2323979"/>
          </a:xfrm>
        </p:grpSpPr>
        <p:sp>
          <p:nvSpPr>
            <p:cNvPr id="334" name="Google Shape;334;p47"/>
            <p:cNvSpPr/>
            <p:nvPr/>
          </p:nvSpPr>
          <p:spPr>
            <a:xfrm>
              <a:off x="0" y="0"/>
              <a:ext cx="53712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Dresda etoa jm osdoma.</a:t>
              </a:r>
              <a:endParaRPr b="1" i="0" sz="500" u="none" cap="none" strike="noStrike">
                <a:solidFill>
                  <a:srgbClr val="000000"/>
                </a:solidFill>
                <a:latin typeface="Plus Jakarta Sans"/>
                <a:ea typeface="Plus Jakarta Sans"/>
                <a:cs typeface="Plus Jakarta Sans"/>
                <a:sym typeface="Plus Jakarta Sans"/>
              </a:endParaRPr>
            </a:p>
          </p:txBody>
        </p:sp>
        <p:sp>
          <p:nvSpPr>
            <p:cNvPr id="335" name="Google Shape;335;p47"/>
            <p:cNvSpPr/>
            <p:nvPr/>
          </p:nvSpPr>
          <p:spPr>
            <a:xfrm>
              <a:off x="0" y="678179"/>
              <a:ext cx="5371200" cy="16458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Eem sus  ipsusitn druamet, orem esomdo ipsos dolor sit amet, deras consetet.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336" name="Google Shape;336;p47"/>
          <p:cNvGrpSpPr/>
          <p:nvPr/>
        </p:nvGrpSpPr>
        <p:grpSpPr>
          <a:xfrm>
            <a:off x="5953436" y="1901662"/>
            <a:ext cx="2014200" cy="871492"/>
            <a:chOff x="0" y="0"/>
            <a:chExt cx="5371200" cy="2323979"/>
          </a:xfrm>
        </p:grpSpPr>
        <p:sp>
          <p:nvSpPr>
            <p:cNvPr id="337" name="Google Shape;337;p47"/>
            <p:cNvSpPr/>
            <p:nvPr/>
          </p:nvSpPr>
          <p:spPr>
            <a:xfrm>
              <a:off x="0" y="0"/>
              <a:ext cx="53712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Dresda etoa jm osdoma.</a:t>
              </a:r>
              <a:endParaRPr b="1" i="0" sz="500" u="none" cap="none" strike="noStrike">
                <a:solidFill>
                  <a:srgbClr val="000000"/>
                </a:solidFill>
                <a:latin typeface="Plus Jakarta Sans"/>
                <a:ea typeface="Plus Jakarta Sans"/>
                <a:cs typeface="Plus Jakarta Sans"/>
                <a:sym typeface="Plus Jakarta Sans"/>
              </a:endParaRPr>
            </a:p>
          </p:txBody>
        </p:sp>
        <p:sp>
          <p:nvSpPr>
            <p:cNvPr id="338" name="Google Shape;338;p47"/>
            <p:cNvSpPr/>
            <p:nvPr/>
          </p:nvSpPr>
          <p:spPr>
            <a:xfrm>
              <a:off x="0" y="678179"/>
              <a:ext cx="5371200" cy="16458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Eem sus  ipsusitn druamet, orem esomdo ipsos dolor sit amet, deras consetet.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339" name="Google Shape;339;p47"/>
          <p:cNvGrpSpPr/>
          <p:nvPr/>
        </p:nvGrpSpPr>
        <p:grpSpPr>
          <a:xfrm>
            <a:off x="5953436" y="3240337"/>
            <a:ext cx="2014200" cy="871492"/>
            <a:chOff x="0" y="0"/>
            <a:chExt cx="5371200" cy="2323979"/>
          </a:xfrm>
        </p:grpSpPr>
        <p:sp>
          <p:nvSpPr>
            <p:cNvPr id="340" name="Google Shape;340;p47"/>
            <p:cNvSpPr/>
            <p:nvPr/>
          </p:nvSpPr>
          <p:spPr>
            <a:xfrm>
              <a:off x="0" y="0"/>
              <a:ext cx="53712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Dresda etoa jm osdoma.</a:t>
              </a:r>
              <a:endParaRPr b="1" i="0" sz="500" u="none" cap="none" strike="noStrike">
                <a:solidFill>
                  <a:srgbClr val="000000"/>
                </a:solidFill>
                <a:latin typeface="Plus Jakarta Sans"/>
                <a:ea typeface="Plus Jakarta Sans"/>
                <a:cs typeface="Plus Jakarta Sans"/>
                <a:sym typeface="Plus Jakarta Sans"/>
              </a:endParaRPr>
            </a:p>
          </p:txBody>
        </p:sp>
        <p:sp>
          <p:nvSpPr>
            <p:cNvPr id="341" name="Google Shape;341;p47"/>
            <p:cNvSpPr/>
            <p:nvPr/>
          </p:nvSpPr>
          <p:spPr>
            <a:xfrm>
              <a:off x="0" y="678179"/>
              <a:ext cx="5371200" cy="16458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Eem sus  ipsusitn druamet, orem esomdo ipsos dolor sit amet, deras consetet.</a:t>
              </a:r>
              <a:endParaRPr i="0" sz="500" u="none" cap="none" strike="noStrike">
                <a:solidFill>
                  <a:srgbClr val="000000"/>
                </a:solidFill>
                <a:latin typeface="Plus Jakarta Sans"/>
                <a:ea typeface="Plus Jakarta Sans"/>
                <a:cs typeface="Plus Jakarta Sans"/>
                <a:sym typeface="Plus Jakarta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8"/>
          <p:cNvSpPr/>
          <p:nvPr/>
        </p:nvSpPr>
        <p:spPr>
          <a:xfrm>
            <a:off x="1128135" y="2743439"/>
            <a:ext cx="10734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OneDesign</a:t>
            </a:r>
            <a:endParaRPr i="0" sz="500" u="none" cap="none" strike="noStrike">
              <a:solidFill>
                <a:srgbClr val="000000"/>
              </a:solidFill>
              <a:latin typeface="Plus Jakarta Sans"/>
              <a:ea typeface="Plus Jakarta Sans"/>
              <a:cs typeface="Plus Jakarta Sans"/>
              <a:sym typeface="Plus Jakarta Sans"/>
            </a:endParaRPr>
          </a:p>
        </p:txBody>
      </p:sp>
      <p:sp>
        <p:nvSpPr>
          <p:cNvPr id="348" name="Google Shape;348;p48"/>
          <p:cNvSpPr/>
          <p:nvPr/>
        </p:nvSpPr>
        <p:spPr>
          <a:xfrm>
            <a:off x="1131087" y="2528174"/>
            <a:ext cx="10734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1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BRAS MILLO</a:t>
            </a:r>
            <a:endParaRPr b="1" i="0" sz="500" u="none" cap="none" strike="noStrike">
              <a:solidFill>
                <a:srgbClr val="000000"/>
              </a:solidFill>
              <a:latin typeface="Plus Jakarta Sans"/>
              <a:ea typeface="Plus Jakarta Sans"/>
              <a:cs typeface="Plus Jakarta Sans"/>
              <a:sym typeface="Plus Jakarta Sans"/>
            </a:endParaRPr>
          </a:p>
        </p:txBody>
      </p:sp>
      <p:sp>
        <p:nvSpPr>
          <p:cNvPr id="349" name="Google Shape;349;p48"/>
          <p:cNvSpPr/>
          <p:nvPr/>
        </p:nvSpPr>
        <p:spPr>
          <a:xfrm>
            <a:off x="715225" y="3483041"/>
            <a:ext cx="1905000" cy="8241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Dakita actus est vero eosm etc usam no justno the dsiuos dolores etomamo</a:t>
            </a:r>
            <a:endParaRPr i="0" sz="500" u="none" cap="none" strike="noStrike">
              <a:solidFill>
                <a:srgbClr val="000000"/>
              </a:solidFill>
              <a:latin typeface="Plus Jakarta Sans"/>
              <a:ea typeface="Plus Jakarta Sans"/>
              <a:cs typeface="Plus Jakarta Sans"/>
              <a:sym typeface="Plus Jakarta Sans"/>
            </a:endParaRPr>
          </a:p>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frand grum desnoc.</a:t>
            </a:r>
            <a:endParaRPr i="0" sz="500" u="none" cap="none" strike="noStrike">
              <a:solidFill>
                <a:srgbClr val="000000"/>
              </a:solidFill>
              <a:latin typeface="Plus Jakarta Sans"/>
              <a:ea typeface="Plus Jakarta Sans"/>
              <a:cs typeface="Plus Jakarta Sans"/>
              <a:sym typeface="Plus Jakarta Sans"/>
            </a:endParaRPr>
          </a:p>
        </p:txBody>
      </p:sp>
      <p:sp>
        <p:nvSpPr>
          <p:cNvPr id="350" name="Google Shape;350;p48"/>
          <p:cNvSpPr/>
          <p:nvPr/>
        </p:nvSpPr>
        <p:spPr>
          <a:xfrm>
            <a:off x="6936674" y="2743439"/>
            <a:ext cx="10734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New Style</a:t>
            </a:r>
            <a:endParaRPr i="0" sz="500" u="none" cap="none" strike="noStrike">
              <a:solidFill>
                <a:srgbClr val="000000"/>
              </a:solidFill>
              <a:latin typeface="Plus Jakarta Sans"/>
              <a:ea typeface="Plus Jakarta Sans"/>
              <a:cs typeface="Plus Jakarta Sans"/>
              <a:sym typeface="Plus Jakarta Sans"/>
            </a:endParaRPr>
          </a:p>
        </p:txBody>
      </p:sp>
      <p:sp>
        <p:nvSpPr>
          <p:cNvPr id="351" name="Google Shape;351;p48"/>
          <p:cNvSpPr/>
          <p:nvPr/>
        </p:nvSpPr>
        <p:spPr>
          <a:xfrm>
            <a:off x="6939626" y="2528174"/>
            <a:ext cx="10734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1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PIER SOROS</a:t>
            </a:r>
            <a:endParaRPr b="1" i="0" sz="500" u="none" cap="none" strike="noStrike">
              <a:solidFill>
                <a:srgbClr val="000000"/>
              </a:solidFill>
              <a:latin typeface="Plus Jakarta Sans"/>
              <a:ea typeface="Plus Jakarta Sans"/>
              <a:cs typeface="Plus Jakarta Sans"/>
              <a:sym typeface="Plus Jakarta Sans"/>
            </a:endParaRPr>
          </a:p>
        </p:txBody>
      </p:sp>
      <p:sp>
        <p:nvSpPr>
          <p:cNvPr id="352" name="Google Shape;352;p48"/>
          <p:cNvSpPr/>
          <p:nvPr/>
        </p:nvSpPr>
        <p:spPr>
          <a:xfrm>
            <a:off x="6523763" y="3483041"/>
            <a:ext cx="1905000" cy="8241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Dakita actus est vero eosm etc usam no justno the dsiuos dolores etomamo</a:t>
            </a:r>
            <a:endParaRPr i="0" sz="500" u="none" cap="none" strike="noStrike">
              <a:solidFill>
                <a:srgbClr val="000000"/>
              </a:solidFill>
              <a:latin typeface="Plus Jakarta Sans"/>
              <a:ea typeface="Plus Jakarta Sans"/>
              <a:cs typeface="Plus Jakarta Sans"/>
              <a:sym typeface="Plus Jakarta Sans"/>
            </a:endParaRPr>
          </a:p>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frand grum desnoc.</a:t>
            </a:r>
            <a:endParaRPr i="0" sz="500" u="none" cap="none" strike="noStrike">
              <a:solidFill>
                <a:srgbClr val="000000"/>
              </a:solidFill>
              <a:latin typeface="Plus Jakarta Sans"/>
              <a:ea typeface="Plus Jakarta Sans"/>
              <a:cs typeface="Plus Jakarta Sans"/>
              <a:sym typeface="Plus Jakarta Sans"/>
            </a:endParaRPr>
          </a:p>
        </p:txBody>
      </p:sp>
      <p:sp>
        <p:nvSpPr>
          <p:cNvPr id="353" name="Google Shape;353;p48"/>
          <p:cNvSpPr/>
          <p:nvPr/>
        </p:nvSpPr>
        <p:spPr>
          <a:xfrm>
            <a:off x="4109614" y="2743439"/>
            <a:ext cx="10734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C1 Business</a:t>
            </a:r>
            <a:endParaRPr i="0" sz="500" u="none" cap="none" strike="noStrike">
              <a:solidFill>
                <a:srgbClr val="000000"/>
              </a:solidFill>
              <a:latin typeface="Plus Jakarta Sans"/>
              <a:ea typeface="Plus Jakarta Sans"/>
              <a:cs typeface="Plus Jakarta Sans"/>
              <a:sym typeface="Plus Jakarta Sans"/>
            </a:endParaRPr>
          </a:p>
        </p:txBody>
      </p:sp>
      <p:sp>
        <p:nvSpPr>
          <p:cNvPr id="354" name="Google Shape;354;p48"/>
          <p:cNvSpPr/>
          <p:nvPr/>
        </p:nvSpPr>
        <p:spPr>
          <a:xfrm>
            <a:off x="4112566" y="2528174"/>
            <a:ext cx="10734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1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TOM SMITH</a:t>
            </a:r>
            <a:endParaRPr b="1" i="0" sz="500" u="none" cap="none" strike="noStrike">
              <a:solidFill>
                <a:srgbClr val="000000"/>
              </a:solidFill>
              <a:latin typeface="Plus Jakarta Sans"/>
              <a:ea typeface="Plus Jakarta Sans"/>
              <a:cs typeface="Plus Jakarta Sans"/>
              <a:sym typeface="Plus Jakarta Sans"/>
            </a:endParaRPr>
          </a:p>
        </p:txBody>
      </p:sp>
      <p:sp>
        <p:nvSpPr>
          <p:cNvPr id="355" name="Google Shape;355;p48"/>
          <p:cNvSpPr/>
          <p:nvPr/>
        </p:nvSpPr>
        <p:spPr>
          <a:xfrm>
            <a:off x="3696704" y="3483041"/>
            <a:ext cx="1905000" cy="8241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Dakita actus est vero eosm etc usam no justno the dsiuos dolores etomamo</a:t>
            </a:r>
            <a:endParaRPr i="0" sz="500" u="none" cap="none" strike="noStrike">
              <a:solidFill>
                <a:srgbClr val="000000"/>
              </a:solidFill>
              <a:latin typeface="Plus Jakarta Sans"/>
              <a:ea typeface="Plus Jakarta Sans"/>
              <a:cs typeface="Plus Jakarta Sans"/>
              <a:sym typeface="Plus Jakarta Sans"/>
            </a:endParaRPr>
          </a:p>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frand grum desnoc.</a:t>
            </a:r>
            <a:endParaRPr i="0" sz="500" u="none" cap="none" strike="noStrike">
              <a:solidFill>
                <a:srgbClr val="000000"/>
              </a:solidFill>
              <a:latin typeface="Plus Jakarta Sans"/>
              <a:ea typeface="Plus Jakarta Sans"/>
              <a:cs typeface="Plus Jakarta Sans"/>
              <a:sym typeface="Plus Jakarta Sans"/>
            </a:endParaRPr>
          </a:p>
        </p:txBody>
      </p:sp>
      <p:sp>
        <p:nvSpPr>
          <p:cNvPr id="356" name="Google Shape;356;p48"/>
          <p:cNvSpPr/>
          <p:nvPr/>
        </p:nvSpPr>
        <p:spPr>
          <a:xfrm>
            <a:off x="1585295" y="3115371"/>
            <a:ext cx="158876" cy="135288"/>
          </a:xfrm>
          <a:custGeom>
            <a:rect b="b" l="l" r="r" t="t"/>
            <a:pathLst>
              <a:path extrusionOk="0" h="5076" w="5961">
                <a:moveTo>
                  <a:pt x="1863" y="0"/>
                </a:moveTo>
                <a:lnTo>
                  <a:pt x="1491" y="47"/>
                </a:lnTo>
                <a:lnTo>
                  <a:pt x="1165" y="187"/>
                </a:lnTo>
                <a:lnTo>
                  <a:pt x="839" y="326"/>
                </a:lnTo>
                <a:lnTo>
                  <a:pt x="560" y="559"/>
                </a:lnTo>
                <a:lnTo>
                  <a:pt x="327" y="838"/>
                </a:lnTo>
                <a:lnTo>
                  <a:pt x="187" y="1164"/>
                </a:lnTo>
                <a:lnTo>
                  <a:pt x="47" y="1490"/>
                </a:lnTo>
                <a:lnTo>
                  <a:pt x="1" y="1863"/>
                </a:lnTo>
                <a:lnTo>
                  <a:pt x="1" y="4377"/>
                </a:lnTo>
                <a:lnTo>
                  <a:pt x="94" y="4657"/>
                </a:lnTo>
                <a:lnTo>
                  <a:pt x="234" y="4843"/>
                </a:lnTo>
                <a:lnTo>
                  <a:pt x="466" y="5029"/>
                </a:lnTo>
                <a:lnTo>
                  <a:pt x="699" y="5076"/>
                </a:lnTo>
                <a:lnTo>
                  <a:pt x="2096" y="5076"/>
                </a:lnTo>
                <a:lnTo>
                  <a:pt x="2329" y="5029"/>
                </a:lnTo>
                <a:lnTo>
                  <a:pt x="2562" y="4843"/>
                </a:lnTo>
                <a:lnTo>
                  <a:pt x="2701" y="4657"/>
                </a:lnTo>
                <a:lnTo>
                  <a:pt x="2794" y="4377"/>
                </a:lnTo>
                <a:lnTo>
                  <a:pt x="2794" y="2980"/>
                </a:lnTo>
                <a:lnTo>
                  <a:pt x="2701" y="2748"/>
                </a:lnTo>
                <a:lnTo>
                  <a:pt x="2562" y="2515"/>
                </a:lnTo>
                <a:lnTo>
                  <a:pt x="2329" y="2375"/>
                </a:lnTo>
                <a:lnTo>
                  <a:pt x="2096" y="2328"/>
                </a:lnTo>
                <a:lnTo>
                  <a:pt x="1305" y="2328"/>
                </a:lnTo>
                <a:lnTo>
                  <a:pt x="1165" y="2282"/>
                </a:lnTo>
                <a:lnTo>
                  <a:pt x="1025" y="2235"/>
                </a:lnTo>
                <a:lnTo>
                  <a:pt x="979" y="2096"/>
                </a:lnTo>
                <a:lnTo>
                  <a:pt x="932" y="1956"/>
                </a:lnTo>
                <a:lnTo>
                  <a:pt x="932" y="1863"/>
                </a:lnTo>
                <a:lnTo>
                  <a:pt x="932" y="1677"/>
                </a:lnTo>
                <a:lnTo>
                  <a:pt x="1025" y="1490"/>
                </a:lnTo>
                <a:lnTo>
                  <a:pt x="1072" y="1351"/>
                </a:lnTo>
                <a:lnTo>
                  <a:pt x="1211" y="1211"/>
                </a:lnTo>
                <a:lnTo>
                  <a:pt x="1351" y="1071"/>
                </a:lnTo>
                <a:lnTo>
                  <a:pt x="1491" y="1025"/>
                </a:lnTo>
                <a:lnTo>
                  <a:pt x="1677" y="932"/>
                </a:lnTo>
                <a:lnTo>
                  <a:pt x="2189" y="932"/>
                </a:lnTo>
                <a:lnTo>
                  <a:pt x="2236" y="885"/>
                </a:lnTo>
                <a:lnTo>
                  <a:pt x="2282" y="792"/>
                </a:lnTo>
                <a:lnTo>
                  <a:pt x="2329" y="699"/>
                </a:lnTo>
                <a:lnTo>
                  <a:pt x="2329" y="233"/>
                </a:lnTo>
                <a:lnTo>
                  <a:pt x="2282" y="187"/>
                </a:lnTo>
                <a:lnTo>
                  <a:pt x="2236" y="93"/>
                </a:lnTo>
                <a:lnTo>
                  <a:pt x="2189" y="47"/>
                </a:lnTo>
                <a:lnTo>
                  <a:pt x="2096" y="0"/>
                </a:lnTo>
                <a:close/>
                <a:moveTo>
                  <a:pt x="5076" y="0"/>
                </a:moveTo>
                <a:lnTo>
                  <a:pt x="4704" y="47"/>
                </a:lnTo>
                <a:lnTo>
                  <a:pt x="4331" y="187"/>
                </a:lnTo>
                <a:lnTo>
                  <a:pt x="4052" y="326"/>
                </a:lnTo>
                <a:lnTo>
                  <a:pt x="3772" y="559"/>
                </a:lnTo>
                <a:lnTo>
                  <a:pt x="3539" y="838"/>
                </a:lnTo>
                <a:lnTo>
                  <a:pt x="3353" y="1164"/>
                </a:lnTo>
                <a:lnTo>
                  <a:pt x="3260" y="1490"/>
                </a:lnTo>
                <a:lnTo>
                  <a:pt x="3214" y="1863"/>
                </a:lnTo>
                <a:lnTo>
                  <a:pt x="3214" y="4377"/>
                </a:lnTo>
                <a:lnTo>
                  <a:pt x="3260" y="4657"/>
                </a:lnTo>
                <a:lnTo>
                  <a:pt x="3446" y="4843"/>
                </a:lnTo>
                <a:lnTo>
                  <a:pt x="3633" y="5029"/>
                </a:lnTo>
                <a:lnTo>
                  <a:pt x="3912" y="5076"/>
                </a:lnTo>
                <a:lnTo>
                  <a:pt x="5309" y="5076"/>
                </a:lnTo>
                <a:lnTo>
                  <a:pt x="5542" y="5029"/>
                </a:lnTo>
                <a:lnTo>
                  <a:pt x="5774" y="4843"/>
                </a:lnTo>
                <a:lnTo>
                  <a:pt x="5914" y="4657"/>
                </a:lnTo>
                <a:lnTo>
                  <a:pt x="5961" y="4377"/>
                </a:lnTo>
                <a:lnTo>
                  <a:pt x="5961" y="2980"/>
                </a:lnTo>
                <a:lnTo>
                  <a:pt x="5914" y="2748"/>
                </a:lnTo>
                <a:lnTo>
                  <a:pt x="5774" y="2515"/>
                </a:lnTo>
                <a:lnTo>
                  <a:pt x="5542" y="2375"/>
                </a:lnTo>
                <a:lnTo>
                  <a:pt x="5309" y="2328"/>
                </a:lnTo>
                <a:lnTo>
                  <a:pt x="4471" y="2328"/>
                </a:lnTo>
                <a:lnTo>
                  <a:pt x="4378" y="2282"/>
                </a:lnTo>
                <a:lnTo>
                  <a:pt x="4238" y="2235"/>
                </a:lnTo>
                <a:lnTo>
                  <a:pt x="4191" y="2096"/>
                </a:lnTo>
                <a:lnTo>
                  <a:pt x="4145" y="1956"/>
                </a:lnTo>
                <a:lnTo>
                  <a:pt x="4145" y="1863"/>
                </a:lnTo>
                <a:lnTo>
                  <a:pt x="4145" y="1677"/>
                </a:lnTo>
                <a:lnTo>
                  <a:pt x="4191" y="1490"/>
                </a:lnTo>
                <a:lnTo>
                  <a:pt x="4284" y="1351"/>
                </a:lnTo>
                <a:lnTo>
                  <a:pt x="4424" y="1211"/>
                </a:lnTo>
                <a:lnTo>
                  <a:pt x="4564" y="1071"/>
                </a:lnTo>
                <a:lnTo>
                  <a:pt x="4704" y="1025"/>
                </a:lnTo>
                <a:lnTo>
                  <a:pt x="4890" y="932"/>
                </a:lnTo>
                <a:lnTo>
                  <a:pt x="5402" y="932"/>
                </a:lnTo>
                <a:lnTo>
                  <a:pt x="5449" y="885"/>
                </a:lnTo>
                <a:lnTo>
                  <a:pt x="5495" y="792"/>
                </a:lnTo>
                <a:lnTo>
                  <a:pt x="5542" y="699"/>
                </a:lnTo>
                <a:lnTo>
                  <a:pt x="5542" y="233"/>
                </a:lnTo>
                <a:lnTo>
                  <a:pt x="5495" y="187"/>
                </a:lnTo>
                <a:lnTo>
                  <a:pt x="5449" y="93"/>
                </a:lnTo>
                <a:lnTo>
                  <a:pt x="5402" y="47"/>
                </a:lnTo>
                <a:lnTo>
                  <a:pt x="5309" y="0"/>
                </a:lnTo>
                <a:close/>
              </a:path>
            </a:pathLst>
          </a:custGeom>
          <a:solidFill>
            <a:srgbClr val="0000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500"/>
              <a:buFont typeface="Arial"/>
              <a:buNone/>
            </a:pPr>
            <a:r>
              <a:t/>
            </a:r>
            <a:endParaRPr i="0" sz="500" u="none" cap="none" strike="noStrike">
              <a:solidFill>
                <a:srgbClr val="000000"/>
              </a:solidFill>
              <a:latin typeface="Plus Jakarta Sans"/>
              <a:ea typeface="Plus Jakarta Sans"/>
              <a:cs typeface="Plus Jakarta Sans"/>
              <a:sym typeface="Plus Jakarta Sans"/>
            </a:endParaRPr>
          </a:p>
        </p:txBody>
      </p:sp>
      <p:sp>
        <p:nvSpPr>
          <p:cNvPr id="357" name="Google Shape;357;p48"/>
          <p:cNvSpPr/>
          <p:nvPr/>
        </p:nvSpPr>
        <p:spPr>
          <a:xfrm>
            <a:off x="4566793" y="3115371"/>
            <a:ext cx="158876" cy="135288"/>
          </a:xfrm>
          <a:custGeom>
            <a:rect b="b" l="l" r="r" t="t"/>
            <a:pathLst>
              <a:path extrusionOk="0" h="5076" w="5961">
                <a:moveTo>
                  <a:pt x="1863" y="0"/>
                </a:moveTo>
                <a:lnTo>
                  <a:pt x="1491" y="47"/>
                </a:lnTo>
                <a:lnTo>
                  <a:pt x="1165" y="187"/>
                </a:lnTo>
                <a:lnTo>
                  <a:pt x="839" y="326"/>
                </a:lnTo>
                <a:lnTo>
                  <a:pt x="560" y="559"/>
                </a:lnTo>
                <a:lnTo>
                  <a:pt x="327" y="838"/>
                </a:lnTo>
                <a:lnTo>
                  <a:pt x="187" y="1164"/>
                </a:lnTo>
                <a:lnTo>
                  <a:pt x="47" y="1490"/>
                </a:lnTo>
                <a:lnTo>
                  <a:pt x="1" y="1863"/>
                </a:lnTo>
                <a:lnTo>
                  <a:pt x="1" y="4377"/>
                </a:lnTo>
                <a:lnTo>
                  <a:pt x="94" y="4657"/>
                </a:lnTo>
                <a:lnTo>
                  <a:pt x="234" y="4843"/>
                </a:lnTo>
                <a:lnTo>
                  <a:pt x="466" y="5029"/>
                </a:lnTo>
                <a:lnTo>
                  <a:pt x="699" y="5076"/>
                </a:lnTo>
                <a:lnTo>
                  <a:pt x="2096" y="5076"/>
                </a:lnTo>
                <a:lnTo>
                  <a:pt x="2329" y="5029"/>
                </a:lnTo>
                <a:lnTo>
                  <a:pt x="2562" y="4843"/>
                </a:lnTo>
                <a:lnTo>
                  <a:pt x="2701" y="4657"/>
                </a:lnTo>
                <a:lnTo>
                  <a:pt x="2794" y="4377"/>
                </a:lnTo>
                <a:lnTo>
                  <a:pt x="2794" y="2980"/>
                </a:lnTo>
                <a:lnTo>
                  <a:pt x="2701" y="2748"/>
                </a:lnTo>
                <a:lnTo>
                  <a:pt x="2562" y="2515"/>
                </a:lnTo>
                <a:lnTo>
                  <a:pt x="2329" y="2375"/>
                </a:lnTo>
                <a:lnTo>
                  <a:pt x="2096" y="2328"/>
                </a:lnTo>
                <a:lnTo>
                  <a:pt x="1305" y="2328"/>
                </a:lnTo>
                <a:lnTo>
                  <a:pt x="1165" y="2282"/>
                </a:lnTo>
                <a:lnTo>
                  <a:pt x="1025" y="2235"/>
                </a:lnTo>
                <a:lnTo>
                  <a:pt x="979" y="2096"/>
                </a:lnTo>
                <a:lnTo>
                  <a:pt x="932" y="1956"/>
                </a:lnTo>
                <a:lnTo>
                  <a:pt x="932" y="1863"/>
                </a:lnTo>
                <a:lnTo>
                  <a:pt x="932" y="1677"/>
                </a:lnTo>
                <a:lnTo>
                  <a:pt x="1025" y="1490"/>
                </a:lnTo>
                <a:lnTo>
                  <a:pt x="1072" y="1351"/>
                </a:lnTo>
                <a:lnTo>
                  <a:pt x="1211" y="1211"/>
                </a:lnTo>
                <a:lnTo>
                  <a:pt x="1351" y="1071"/>
                </a:lnTo>
                <a:lnTo>
                  <a:pt x="1491" y="1025"/>
                </a:lnTo>
                <a:lnTo>
                  <a:pt x="1677" y="932"/>
                </a:lnTo>
                <a:lnTo>
                  <a:pt x="2189" y="932"/>
                </a:lnTo>
                <a:lnTo>
                  <a:pt x="2236" y="885"/>
                </a:lnTo>
                <a:lnTo>
                  <a:pt x="2282" y="792"/>
                </a:lnTo>
                <a:lnTo>
                  <a:pt x="2329" y="699"/>
                </a:lnTo>
                <a:lnTo>
                  <a:pt x="2329" y="233"/>
                </a:lnTo>
                <a:lnTo>
                  <a:pt x="2282" y="187"/>
                </a:lnTo>
                <a:lnTo>
                  <a:pt x="2236" y="93"/>
                </a:lnTo>
                <a:lnTo>
                  <a:pt x="2189" y="47"/>
                </a:lnTo>
                <a:lnTo>
                  <a:pt x="2096" y="0"/>
                </a:lnTo>
                <a:close/>
                <a:moveTo>
                  <a:pt x="5076" y="0"/>
                </a:moveTo>
                <a:lnTo>
                  <a:pt x="4704" y="47"/>
                </a:lnTo>
                <a:lnTo>
                  <a:pt x="4331" y="187"/>
                </a:lnTo>
                <a:lnTo>
                  <a:pt x="4052" y="326"/>
                </a:lnTo>
                <a:lnTo>
                  <a:pt x="3772" y="559"/>
                </a:lnTo>
                <a:lnTo>
                  <a:pt x="3539" y="838"/>
                </a:lnTo>
                <a:lnTo>
                  <a:pt x="3353" y="1164"/>
                </a:lnTo>
                <a:lnTo>
                  <a:pt x="3260" y="1490"/>
                </a:lnTo>
                <a:lnTo>
                  <a:pt x="3214" y="1863"/>
                </a:lnTo>
                <a:lnTo>
                  <a:pt x="3214" y="4377"/>
                </a:lnTo>
                <a:lnTo>
                  <a:pt x="3260" y="4657"/>
                </a:lnTo>
                <a:lnTo>
                  <a:pt x="3446" y="4843"/>
                </a:lnTo>
                <a:lnTo>
                  <a:pt x="3633" y="5029"/>
                </a:lnTo>
                <a:lnTo>
                  <a:pt x="3912" y="5076"/>
                </a:lnTo>
                <a:lnTo>
                  <a:pt x="5309" y="5076"/>
                </a:lnTo>
                <a:lnTo>
                  <a:pt x="5542" y="5029"/>
                </a:lnTo>
                <a:lnTo>
                  <a:pt x="5774" y="4843"/>
                </a:lnTo>
                <a:lnTo>
                  <a:pt x="5914" y="4657"/>
                </a:lnTo>
                <a:lnTo>
                  <a:pt x="5961" y="4377"/>
                </a:lnTo>
                <a:lnTo>
                  <a:pt x="5961" y="2980"/>
                </a:lnTo>
                <a:lnTo>
                  <a:pt x="5914" y="2748"/>
                </a:lnTo>
                <a:lnTo>
                  <a:pt x="5774" y="2515"/>
                </a:lnTo>
                <a:lnTo>
                  <a:pt x="5542" y="2375"/>
                </a:lnTo>
                <a:lnTo>
                  <a:pt x="5309" y="2328"/>
                </a:lnTo>
                <a:lnTo>
                  <a:pt x="4471" y="2328"/>
                </a:lnTo>
                <a:lnTo>
                  <a:pt x="4378" y="2282"/>
                </a:lnTo>
                <a:lnTo>
                  <a:pt x="4238" y="2235"/>
                </a:lnTo>
                <a:lnTo>
                  <a:pt x="4191" y="2096"/>
                </a:lnTo>
                <a:lnTo>
                  <a:pt x="4145" y="1956"/>
                </a:lnTo>
                <a:lnTo>
                  <a:pt x="4145" y="1863"/>
                </a:lnTo>
                <a:lnTo>
                  <a:pt x="4145" y="1677"/>
                </a:lnTo>
                <a:lnTo>
                  <a:pt x="4191" y="1490"/>
                </a:lnTo>
                <a:lnTo>
                  <a:pt x="4284" y="1351"/>
                </a:lnTo>
                <a:lnTo>
                  <a:pt x="4424" y="1211"/>
                </a:lnTo>
                <a:lnTo>
                  <a:pt x="4564" y="1071"/>
                </a:lnTo>
                <a:lnTo>
                  <a:pt x="4704" y="1025"/>
                </a:lnTo>
                <a:lnTo>
                  <a:pt x="4890" y="932"/>
                </a:lnTo>
                <a:lnTo>
                  <a:pt x="5402" y="932"/>
                </a:lnTo>
                <a:lnTo>
                  <a:pt x="5449" y="885"/>
                </a:lnTo>
                <a:lnTo>
                  <a:pt x="5495" y="792"/>
                </a:lnTo>
                <a:lnTo>
                  <a:pt x="5542" y="699"/>
                </a:lnTo>
                <a:lnTo>
                  <a:pt x="5542" y="233"/>
                </a:lnTo>
                <a:lnTo>
                  <a:pt x="5495" y="187"/>
                </a:lnTo>
                <a:lnTo>
                  <a:pt x="5449" y="93"/>
                </a:lnTo>
                <a:lnTo>
                  <a:pt x="5402" y="47"/>
                </a:lnTo>
                <a:lnTo>
                  <a:pt x="5309" y="0"/>
                </a:lnTo>
                <a:close/>
              </a:path>
            </a:pathLst>
          </a:custGeom>
          <a:solidFill>
            <a:srgbClr val="0000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500"/>
              <a:buFont typeface="Arial"/>
              <a:buNone/>
            </a:pPr>
            <a:r>
              <a:t/>
            </a:r>
            <a:endParaRPr i="0" sz="500" u="none" cap="none" strike="noStrike">
              <a:solidFill>
                <a:srgbClr val="000000"/>
              </a:solidFill>
              <a:latin typeface="Plus Jakarta Sans"/>
              <a:ea typeface="Plus Jakarta Sans"/>
              <a:cs typeface="Plus Jakarta Sans"/>
              <a:sym typeface="Plus Jakarta Sans"/>
            </a:endParaRPr>
          </a:p>
        </p:txBody>
      </p:sp>
      <p:sp>
        <p:nvSpPr>
          <p:cNvPr id="358" name="Google Shape;358;p48"/>
          <p:cNvSpPr/>
          <p:nvPr/>
        </p:nvSpPr>
        <p:spPr>
          <a:xfrm>
            <a:off x="7396805" y="3115371"/>
            <a:ext cx="158876" cy="135288"/>
          </a:xfrm>
          <a:custGeom>
            <a:rect b="b" l="l" r="r" t="t"/>
            <a:pathLst>
              <a:path extrusionOk="0" h="5076" w="5961">
                <a:moveTo>
                  <a:pt x="1863" y="0"/>
                </a:moveTo>
                <a:lnTo>
                  <a:pt x="1491" y="47"/>
                </a:lnTo>
                <a:lnTo>
                  <a:pt x="1165" y="187"/>
                </a:lnTo>
                <a:lnTo>
                  <a:pt x="839" y="326"/>
                </a:lnTo>
                <a:lnTo>
                  <a:pt x="560" y="559"/>
                </a:lnTo>
                <a:lnTo>
                  <a:pt x="327" y="838"/>
                </a:lnTo>
                <a:lnTo>
                  <a:pt x="187" y="1164"/>
                </a:lnTo>
                <a:lnTo>
                  <a:pt x="47" y="1490"/>
                </a:lnTo>
                <a:lnTo>
                  <a:pt x="1" y="1863"/>
                </a:lnTo>
                <a:lnTo>
                  <a:pt x="1" y="4377"/>
                </a:lnTo>
                <a:lnTo>
                  <a:pt x="94" y="4657"/>
                </a:lnTo>
                <a:lnTo>
                  <a:pt x="234" y="4843"/>
                </a:lnTo>
                <a:lnTo>
                  <a:pt x="466" y="5029"/>
                </a:lnTo>
                <a:lnTo>
                  <a:pt x="699" y="5076"/>
                </a:lnTo>
                <a:lnTo>
                  <a:pt x="2096" y="5076"/>
                </a:lnTo>
                <a:lnTo>
                  <a:pt x="2329" y="5029"/>
                </a:lnTo>
                <a:lnTo>
                  <a:pt x="2562" y="4843"/>
                </a:lnTo>
                <a:lnTo>
                  <a:pt x="2701" y="4657"/>
                </a:lnTo>
                <a:lnTo>
                  <a:pt x="2794" y="4377"/>
                </a:lnTo>
                <a:lnTo>
                  <a:pt x="2794" y="2980"/>
                </a:lnTo>
                <a:lnTo>
                  <a:pt x="2701" y="2748"/>
                </a:lnTo>
                <a:lnTo>
                  <a:pt x="2562" y="2515"/>
                </a:lnTo>
                <a:lnTo>
                  <a:pt x="2329" y="2375"/>
                </a:lnTo>
                <a:lnTo>
                  <a:pt x="2096" y="2328"/>
                </a:lnTo>
                <a:lnTo>
                  <a:pt x="1305" y="2328"/>
                </a:lnTo>
                <a:lnTo>
                  <a:pt x="1165" y="2282"/>
                </a:lnTo>
                <a:lnTo>
                  <a:pt x="1025" y="2235"/>
                </a:lnTo>
                <a:lnTo>
                  <a:pt x="979" y="2096"/>
                </a:lnTo>
                <a:lnTo>
                  <a:pt x="932" y="1956"/>
                </a:lnTo>
                <a:lnTo>
                  <a:pt x="932" y="1863"/>
                </a:lnTo>
                <a:lnTo>
                  <a:pt x="932" y="1677"/>
                </a:lnTo>
                <a:lnTo>
                  <a:pt x="1025" y="1490"/>
                </a:lnTo>
                <a:lnTo>
                  <a:pt x="1072" y="1351"/>
                </a:lnTo>
                <a:lnTo>
                  <a:pt x="1211" y="1211"/>
                </a:lnTo>
                <a:lnTo>
                  <a:pt x="1351" y="1071"/>
                </a:lnTo>
                <a:lnTo>
                  <a:pt x="1491" y="1025"/>
                </a:lnTo>
                <a:lnTo>
                  <a:pt x="1677" y="932"/>
                </a:lnTo>
                <a:lnTo>
                  <a:pt x="2189" y="932"/>
                </a:lnTo>
                <a:lnTo>
                  <a:pt x="2236" y="885"/>
                </a:lnTo>
                <a:lnTo>
                  <a:pt x="2282" y="792"/>
                </a:lnTo>
                <a:lnTo>
                  <a:pt x="2329" y="699"/>
                </a:lnTo>
                <a:lnTo>
                  <a:pt x="2329" y="233"/>
                </a:lnTo>
                <a:lnTo>
                  <a:pt x="2282" y="187"/>
                </a:lnTo>
                <a:lnTo>
                  <a:pt x="2236" y="93"/>
                </a:lnTo>
                <a:lnTo>
                  <a:pt x="2189" y="47"/>
                </a:lnTo>
                <a:lnTo>
                  <a:pt x="2096" y="0"/>
                </a:lnTo>
                <a:close/>
                <a:moveTo>
                  <a:pt x="5076" y="0"/>
                </a:moveTo>
                <a:lnTo>
                  <a:pt x="4704" y="47"/>
                </a:lnTo>
                <a:lnTo>
                  <a:pt x="4331" y="187"/>
                </a:lnTo>
                <a:lnTo>
                  <a:pt x="4052" y="326"/>
                </a:lnTo>
                <a:lnTo>
                  <a:pt x="3772" y="559"/>
                </a:lnTo>
                <a:lnTo>
                  <a:pt x="3539" y="838"/>
                </a:lnTo>
                <a:lnTo>
                  <a:pt x="3353" y="1164"/>
                </a:lnTo>
                <a:lnTo>
                  <a:pt x="3260" y="1490"/>
                </a:lnTo>
                <a:lnTo>
                  <a:pt x="3214" y="1863"/>
                </a:lnTo>
                <a:lnTo>
                  <a:pt x="3214" y="4377"/>
                </a:lnTo>
                <a:lnTo>
                  <a:pt x="3260" y="4657"/>
                </a:lnTo>
                <a:lnTo>
                  <a:pt x="3446" y="4843"/>
                </a:lnTo>
                <a:lnTo>
                  <a:pt x="3633" y="5029"/>
                </a:lnTo>
                <a:lnTo>
                  <a:pt x="3912" y="5076"/>
                </a:lnTo>
                <a:lnTo>
                  <a:pt x="5309" y="5076"/>
                </a:lnTo>
                <a:lnTo>
                  <a:pt x="5542" y="5029"/>
                </a:lnTo>
                <a:lnTo>
                  <a:pt x="5774" y="4843"/>
                </a:lnTo>
                <a:lnTo>
                  <a:pt x="5914" y="4657"/>
                </a:lnTo>
                <a:lnTo>
                  <a:pt x="5961" y="4377"/>
                </a:lnTo>
                <a:lnTo>
                  <a:pt x="5961" y="2980"/>
                </a:lnTo>
                <a:lnTo>
                  <a:pt x="5914" y="2748"/>
                </a:lnTo>
                <a:lnTo>
                  <a:pt x="5774" y="2515"/>
                </a:lnTo>
                <a:lnTo>
                  <a:pt x="5542" y="2375"/>
                </a:lnTo>
                <a:lnTo>
                  <a:pt x="5309" y="2328"/>
                </a:lnTo>
                <a:lnTo>
                  <a:pt x="4471" y="2328"/>
                </a:lnTo>
                <a:lnTo>
                  <a:pt x="4378" y="2282"/>
                </a:lnTo>
                <a:lnTo>
                  <a:pt x="4238" y="2235"/>
                </a:lnTo>
                <a:lnTo>
                  <a:pt x="4191" y="2096"/>
                </a:lnTo>
                <a:lnTo>
                  <a:pt x="4145" y="1956"/>
                </a:lnTo>
                <a:lnTo>
                  <a:pt x="4145" y="1863"/>
                </a:lnTo>
                <a:lnTo>
                  <a:pt x="4145" y="1677"/>
                </a:lnTo>
                <a:lnTo>
                  <a:pt x="4191" y="1490"/>
                </a:lnTo>
                <a:lnTo>
                  <a:pt x="4284" y="1351"/>
                </a:lnTo>
                <a:lnTo>
                  <a:pt x="4424" y="1211"/>
                </a:lnTo>
                <a:lnTo>
                  <a:pt x="4564" y="1071"/>
                </a:lnTo>
                <a:lnTo>
                  <a:pt x="4704" y="1025"/>
                </a:lnTo>
                <a:lnTo>
                  <a:pt x="4890" y="932"/>
                </a:lnTo>
                <a:lnTo>
                  <a:pt x="5402" y="932"/>
                </a:lnTo>
                <a:lnTo>
                  <a:pt x="5449" y="885"/>
                </a:lnTo>
                <a:lnTo>
                  <a:pt x="5495" y="792"/>
                </a:lnTo>
                <a:lnTo>
                  <a:pt x="5542" y="699"/>
                </a:lnTo>
                <a:lnTo>
                  <a:pt x="5542" y="233"/>
                </a:lnTo>
                <a:lnTo>
                  <a:pt x="5495" y="187"/>
                </a:lnTo>
                <a:lnTo>
                  <a:pt x="5449" y="93"/>
                </a:lnTo>
                <a:lnTo>
                  <a:pt x="5402" y="47"/>
                </a:lnTo>
                <a:lnTo>
                  <a:pt x="5309" y="0"/>
                </a:lnTo>
                <a:close/>
              </a:path>
            </a:pathLst>
          </a:custGeom>
          <a:solidFill>
            <a:srgbClr val="0000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500"/>
              <a:buFont typeface="Arial"/>
              <a:buNone/>
            </a:pPr>
            <a:r>
              <a:t/>
            </a:r>
            <a:endParaRPr i="0" sz="500" u="none" cap="none" strike="noStrike">
              <a:solidFill>
                <a:srgbClr val="000000"/>
              </a:solidFill>
              <a:latin typeface="Plus Jakarta Sans"/>
              <a:ea typeface="Plus Jakarta Sans"/>
              <a:cs typeface="Plus Jakarta Sans"/>
              <a:sym typeface="Plus Jakarta Sans"/>
            </a:endParaRPr>
          </a:p>
        </p:txBody>
      </p:sp>
      <p:sp>
        <p:nvSpPr>
          <p:cNvPr id="359" name="Google Shape;359;p48"/>
          <p:cNvSpPr/>
          <p:nvPr/>
        </p:nvSpPr>
        <p:spPr>
          <a:xfrm>
            <a:off x="1360425" y="1829950"/>
            <a:ext cx="614700" cy="57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60" name="Google Shape;360;p48"/>
          <p:cNvSpPr/>
          <p:nvPr/>
        </p:nvSpPr>
        <p:spPr>
          <a:xfrm>
            <a:off x="7168875" y="1829950"/>
            <a:ext cx="614700" cy="57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61" name="Google Shape;361;p48"/>
          <p:cNvSpPr/>
          <p:nvPr/>
        </p:nvSpPr>
        <p:spPr>
          <a:xfrm>
            <a:off x="4264650" y="1829950"/>
            <a:ext cx="614700" cy="57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9"/>
          <p:cNvSpPr txBox="1"/>
          <p:nvPr>
            <p:ph type="title"/>
          </p:nvPr>
        </p:nvSpPr>
        <p:spPr>
          <a:xfrm>
            <a:off x="518500" y="768725"/>
            <a:ext cx="5405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9"/>
          <p:cNvSpPr/>
          <p:nvPr/>
        </p:nvSpPr>
        <p:spPr>
          <a:xfrm>
            <a:off x="690375" y="1799525"/>
            <a:ext cx="1712100" cy="227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68" name="Google Shape;368;p49"/>
          <p:cNvSpPr/>
          <p:nvPr/>
        </p:nvSpPr>
        <p:spPr>
          <a:xfrm>
            <a:off x="4687803" y="1799525"/>
            <a:ext cx="1712100" cy="227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69" name="Google Shape;369;p49"/>
          <p:cNvSpPr/>
          <p:nvPr/>
        </p:nvSpPr>
        <p:spPr>
          <a:xfrm>
            <a:off x="2689089" y="1799525"/>
            <a:ext cx="1712100" cy="227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70" name="Google Shape;370;p49"/>
          <p:cNvSpPr/>
          <p:nvPr/>
        </p:nvSpPr>
        <p:spPr>
          <a:xfrm>
            <a:off x="837375" y="1957621"/>
            <a:ext cx="1418100" cy="355500"/>
          </a:xfrm>
          <a:prstGeom prst="rect">
            <a:avLst/>
          </a:prstGeom>
          <a:noFill/>
          <a:ln>
            <a:noFill/>
          </a:ln>
        </p:spPr>
        <p:txBody>
          <a:bodyPr anchorCtr="0" anchor="ctr" bIns="7375" lIns="7375" spcFirstLastPara="1" rIns="7375" wrap="square" tIns="7375">
            <a:noAutofit/>
          </a:bodyPr>
          <a:lstStyle/>
          <a:p>
            <a:pPr indent="0" lvl="0" marL="0" marR="0" rtl="0" algn="ctr">
              <a:lnSpc>
                <a:spcPct val="100000"/>
              </a:lnSpc>
              <a:spcBef>
                <a:spcPts val="0"/>
              </a:spcBef>
              <a:spcAft>
                <a:spcPts val="0"/>
              </a:spcAft>
              <a:buClr>
                <a:srgbClr val="151314"/>
              </a:buClr>
              <a:buSzPts val="215"/>
              <a:buFont typeface="Montserrat SemiBold"/>
              <a:buNone/>
            </a:pPr>
            <a:r>
              <a:rPr b="1" i="0" lang="en-GB" sz="1800" u="none" cap="none" strike="noStrike">
                <a:solidFill>
                  <a:srgbClr val="151314"/>
                </a:solidFill>
                <a:latin typeface="Plus Jakarta Sans"/>
                <a:ea typeface="Plus Jakarta Sans"/>
                <a:cs typeface="Plus Jakarta Sans"/>
                <a:sym typeface="Plus Jakarta Sans"/>
              </a:rPr>
              <a:t>Starter</a:t>
            </a:r>
            <a:endParaRPr b="1" i="0" sz="1800" u="none" cap="none" strike="noStrike">
              <a:solidFill>
                <a:srgbClr val="000000"/>
              </a:solidFill>
              <a:latin typeface="Plus Jakarta Sans"/>
              <a:ea typeface="Plus Jakarta Sans"/>
              <a:cs typeface="Plus Jakarta Sans"/>
              <a:sym typeface="Plus Jakarta Sans"/>
            </a:endParaRPr>
          </a:p>
        </p:txBody>
      </p:sp>
      <p:sp>
        <p:nvSpPr>
          <p:cNvPr id="371" name="Google Shape;371;p49"/>
          <p:cNvSpPr/>
          <p:nvPr/>
        </p:nvSpPr>
        <p:spPr>
          <a:xfrm>
            <a:off x="837375" y="3078249"/>
            <a:ext cx="1418100" cy="737700"/>
          </a:xfrm>
          <a:prstGeom prst="rect">
            <a:avLst/>
          </a:prstGeom>
          <a:noFill/>
          <a:ln>
            <a:noFill/>
          </a:ln>
        </p:spPr>
        <p:txBody>
          <a:bodyPr anchorCtr="0" anchor="ctr" bIns="7375" lIns="7375" spcFirstLastPara="1" rIns="7375" wrap="square" tIns="7375">
            <a:noAutofit/>
          </a:bodyPr>
          <a:lstStyle/>
          <a:p>
            <a:pPr indent="0" lvl="0" marL="0" marR="0" rtl="0" algn="ctr">
              <a:lnSpc>
                <a:spcPct val="120000"/>
              </a:lnSpc>
              <a:spcBef>
                <a:spcPts val="0"/>
              </a:spcBef>
              <a:spcAft>
                <a:spcPts val="0"/>
              </a:spcAft>
              <a:buClr>
                <a:srgbClr val="595457"/>
              </a:buClr>
              <a:buSzPts val="129"/>
              <a:buFont typeface="Montserrat Light"/>
              <a:buNone/>
            </a:pPr>
            <a:r>
              <a:rPr i="0" lang="en-GB" sz="1000" u="none" cap="none" strike="noStrike">
                <a:solidFill>
                  <a:srgbClr val="595457"/>
                </a:solidFill>
                <a:latin typeface="Plus Jakarta Sans"/>
                <a:ea typeface="Plus Jakarta Sans"/>
                <a:cs typeface="Plus Jakarta Sans"/>
                <a:sym typeface="Plus Jakarta Sans"/>
              </a:rPr>
              <a:t>Desmo kuasd, nosotra sea the takimta sorem ipsusit drinos forma the amet.</a:t>
            </a:r>
            <a:endParaRPr i="0" sz="1000" u="none" cap="none" strike="noStrike">
              <a:solidFill>
                <a:srgbClr val="000000"/>
              </a:solidFill>
              <a:latin typeface="Plus Jakarta Sans"/>
              <a:ea typeface="Plus Jakarta Sans"/>
              <a:cs typeface="Plus Jakarta Sans"/>
              <a:sym typeface="Plus Jakarta Sans"/>
            </a:endParaRPr>
          </a:p>
        </p:txBody>
      </p:sp>
      <p:sp>
        <p:nvSpPr>
          <p:cNvPr id="372" name="Google Shape;372;p49"/>
          <p:cNvSpPr/>
          <p:nvPr/>
        </p:nvSpPr>
        <p:spPr>
          <a:xfrm>
            <a:off x="837375" y="2468954"/>
            <a:ext cx="1418100" cy="350100"/>
          </a:xfrm>
          <a:prstGeom prst="rect">
            <a:avLst/>
          </a:prstGeom>
          <a:noFill/>
          <a:ln>
            <a:noFill/>
          </a:ln>
        </p:spPr>
        <p:txBody>
          <a:bodyPr anchorCtr="0" anchor="ctr" bIns="7375" lIns="7375" spcFirstLastPara="1" rIns="7375" wrap="square" tIns="7375">
            <a:noAutofit/>
          </a:bodyPr>
          <a:lstStyle/>
          <a:p>
            <a:pPr indent="0" lvl="0" marL="0" marR="0" rtl="0" algn="ctr">
              <a:lnSpc>
                <a:spcPct val="100000"/>
              </a:lnSpc>
              <a:spcBef>
                <a:spcPts val="0"/>
              </a:spcBef>
              <a:spcAft>
                <a:spcPts val="0"/>
              </a:spcAft>
              <a:buClr>
                <a:srgbClr val="595457"/>
              </a:buClr>
              <a:buSzPts val="215"/>
              <a:buFont typeface="Montserrat Light"/>
              <a:buNone/>
            </a:pPr>
            <a:r>
              <a:rPr lang="en-GB" sz="1800">
                <a:solidFill>
                  <a:srgbClr val="595457"/>
                </a:solidFill>
                <a:latin typeface="Plus Jakarta Sans"/>
                <a:ea typeface="Plus Jakarta Sans"/>
                <a:cs typeface="Plus Jakarta Sans"/>
                <a:sym typeface="Plus Jakarta Sans"/>
              </a:rPr>
              <a:t>IDR </a:t>
            </a:r>
            <a:r>
              <a:rPr i="0" lang="en-GB" sz="1800" u="none" cap="none" strike="noStrike">
                <a:solidFill>
                  <a:srgbClr val="595457"/>
                </a:solidFill>
                <a:latin typeface="Plus Jakarta Sans"/>
                <a:ea typeface="Plus Jakarta Sans"/>
                <a:cs typeface="Plus Jakarta Sans"/>
                <a:sym typeface="Plus Jakarta Sans"/>
              </a:rPr>
              <a:t>11k/mo</a:t>
            </a:r>
            <a:endParaRPr i="0" sz="1800" u="none" cap="none" strike="noStrike">
              <a:solidFill>
                <a:srgbClr val="000000"/>
              </a:solidFill>
              <a:latin typeface="Plus Jakarta Sans"/>
              <a:ea typeface="Plus Jakarta Sans"/>
              <a:cs typeface="Plus Jakarta Sans"/>
              <a:sym typeface="Plus Jakarta Sans"/>
            </a:endParaRPr>
          </a:p>
        </p:txBody>
      </p:sp>
      <p:sp>
        <p:nvSpPr>
          <p:cNvPr id="373" name="Google Shape;373;p49"/>
          <p:cNvSpPr/>
          <p:nvPr/>
        </p:nvSpPr>
        <p:spPr>
          <a:xfrm>
            <a:off x="6639403" y="1799525"/>
            <a:ext cx="1712100" cy="227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74" name="Google Shape;374;p49"/>
          <p:cNvSpPr/>
          <p:nvPr/>
        </p:nvSpPr>
        <p:spPr>
          <a:xfrm>
            <a:off x="2836075" y="1957621"/>
            <a:ext cx="1418100" cy="355500"/>
          </a:xfrm>
          <a:prstGeom prst="rect">
            <a:avLst/>
          </a:prstGeom>
          <a:noFill/>
          <a:ln>
            <a:noFill/>
          </a:ln>
        </p:spPr>
        <p:txBody>
          <a:bodyPr anchorCtr="0" anchor="ctr" bIns="7375" lIns="7375" spcFirstLastPara="1" rIns="7375" wrap="square" tIns="7375">
            <a:noAutofit/>
          </a:bodyPr>
          <a:lstStyle/>
          <a:p>
            <a:pPr indent="0" lvl="0" marL="0" rtl="0" algn="ctr">
              <a:spcBef>
                <a:spcPts val="0"/>
              </a:spcBef>
              <a:spcAft>
                <a:spcPts val="0"/>
              </a:spcAft>
              <a:buClr>
                <a:srgbClr val="151314"/>
              </a:buClr>
              <a:buSzPts val="500"/>
              <a:buFont typeface="Montserrat SemiBold"/>
              <a:buNone/>
            </a:pPr>
            <a:r>
              <a:rPr b="1" lang="en-GB" sz="1800">
                <a:solidFill>
                  <a:srgbClr val="151314"/>
                </a:solidFill>
                <a:latin typeface="Plus Jakarta Sans"/>
                <a:ea typeface="Plus Jakarta Sans"/>
                <a:cs typeface="Plus Jakarta Sans"/>
                <a:sym typeface="Plus Jakarta Sans"/>
              </a:rPr>
              <a:t>Personal</a:t>
            </a:r>
            <a:endParaRPr b="1">
              <a:solidFill>
                <a:srgbClr val="151314"/>
              </a:solidFill>
              <a:latin typeface="Plus Jakarta Sans"/>
              <a:ea typeface="Plus Jakarta Sans"/>
              <a:cs typeface="Plus Jakarta Sans"/>
              <a:sym typeface="Plus Jakarta Sans"/>
            </a:endParaRPr>
          </a:p>
        </p:txBody>
      </p:sp>
      <p:sp>
        <p:nvSpPr>
          <p:cNvPr id="375" name="Google Shape;375;p49"/>
          <p:cNvSpPr/>
          <p:nvPr/>
        </p:nvSpPr>
        <p:spPr>
          <a:xfrm>
            <a:off x="2836088" y="3078249"/>
            <a:ext cx="1418100" cy="737700"/>
          </a:xfrm>
          <a:prstGeom prst="rect">
            <a:avLst/>
          </a:prstGeom>
          <a:noFill/>
          <a:ln>
            <a:noFill/>
          </a:ln>
        </p:spPr>
        <p:txBody>
          <a:bodyPr anchorCtr="0" anchor="ctr" bIns="7375" lIns="7375" spcFirstLastPara="1" rIns="7375" wrap="square" tIns="7375">
            <a:noAutofit/>
          </a:bodyPr>
          <a:lstStyle/>
          <a:p>
            <a:pPr indent="0" lvl="0" marL="0" marR="0" rtl="0" algn="ctr">
              <a:lnSpc>
                <a:spcPct val="120000"/>
              </a:lnSpc>
              <a:spcBef>
                <a:spcPts val="0"/>
              </a:spcBef>
              <a:spcAft>
                <a:spcPts val="0"/>
              </a:spcAft>
              <a:buClr>
                <a:srgbClr val="595457"/>
              </a:buClr>
              <a:buSzPts val="129"/>
              <a:buFont typeface="Montserrat Light"/>
              <a:buNone/>
            </a:pPr>
            <a:r>
              <a:rPr i="0" lang="en-GB" sz="1000" u="none" cap="none" strike="noStrike">
                <a:solidFill>
                  <a:srgbClr val="595457"/>
                </a:solidFill>
                <a:latin typeface="Plus Jakarta Sans"/>
                <a:ea typeface="Plus Jakarta Sans"/>
                <a:cs typeface="Plus Jakarta Sans"/>
                <a:sym typeface="Plus Jakarta Sans"/>
              </a:rPr>
              <a:t>Desmo kuasd, nosotra sea the takimta sorem ipsusit drinos forma the amet.</a:t>
            </a:r>
            <a:endParaRPr i="0" sz="1000" u="none" cap="none" strike="noStrike">
              <a:solidFill>
                <a:srgbClr val="000000"/>
              </a:solidFill>
              <a:latin typeface="Plus Jakarta Sans"/>
              <a:ea typeface="Plus Jakarta Sans"/>
              <a:cs typeface="Plus Jakarta Sans"/>
              <a:sym typeface="Plus Jakarta Sans"/>
            </a:endParaRPr>
          </a:p>
        </p:txBody>
      </p:sp>
      <p:sp>
        <p:nvSpPr>
          <p:cNvPr id="376" name="Google Shape;376;p49"/>
          <p:cNvSpPr/>
          <p:nvPr/>
        </p:nvSpPr>
        <p:spPr>
          <a:xfrm>
            <a:off x="2836075" y="2468954"/>
            <a:ext cx="1418100" cy="350100"/>
          </a:xfrm>
          <a:prstGeom prst="rect">
            <a:avLst/>
          </a:prstGeom>
          <a:noFill/>
          <a:ln>
            <a:noFill/>
          </a:ln>
        </p:spPr>
        <p:txBody>
          <a:bodyPr anchorCtr="0" anchor="ctr" bIns="7375" lIns="7375" spcFirstLastPara="1" rIns="7375" wrap="square" tIns="7375">
            <a:noAutofit/>
          </a:bodyPr>
          <a:lstStyle/>
          <a:p>
            <a:pPr indent="0" lvl="0" marL="0" rtl="0" algn="ctr">
              <a:spcBef>
                <a:spcPts val="0"/>
              </a:spcBef>
              <a:spcAft>
                <a:spcPts val="0"/>
              </a:spcAft>
              <a:buClr>
                <a:srgbClr val="595457"/>
              </a:buClr>
              <a:buSzPts val="500"/>
              <a:buFont typeface="Montserrat Light"/>
              <a:buNone/>
            </a:pPr>
            <a:r>
              <a:rPr lang="en-GB" sz="1800">
                <a:solidFill>
                  <a:srgbClr val="595457"/>
                </a:solidFill>
                <a:latin typeface="Plus Jakarta Sans"/>
                <a:ea typeface="Plus Jakarta Sans"/>
                <a:cs typeface="Plus Jakarta Sans"/>
                <a:sym typeface="Plus Jakarta Sans"/>
              </a:rPr>
              <a:t> IDR 19k/mo</a:t>
            </a:r>
            <a:endParaRPr sz="1300">
              <a:solidFill>
                <a:srgbClr val="595457"/>
              </a:solidFill>
              <a:latin typeface="Plus Jakarta Sans"/>
              <a:ea typeface="Plus Jakarta Sans"/>
              <a:cs typeface="Plus Jakarta Sans"/>
              <a:sym typeface="Plus Jakarta Sans"/>
            </a:endParaRPr>
          </a:p>
        </p:txBody>
      </p:sp>
      <p:sp>
        <p:nvSpPr>
          <p:cNvPr id="377" name="Google Shape;377;p49"/>
          <p:cNvSpPr/>
          <p:nvPr/>
        </p:nvSpPr>
        <p:spPr>
          <a:xfrm>
            <a:off x="4834825" y="2009309"/>
            <a:ext cx="1418100" cy="355500"/>
          </a:xfrm>
          <a:prstGeom prst="rect">
            <a:avLst/>
          </a:prstGeom>
          <a:noFill/>
          <a:ln>
            <a:noFill/>
          </a:ln>
        </p:spPr>
        <p:txBody>
          <a:bodyPr anchorCtr="0" anchor="ctr" bIns="7375" lIns="7375" spcFirstLastPara="1" rIns="7375" wrap="square" tIns="7375">
            <a:noAutofit/>
          </a:bodyPr>
          <a:lstStyle/>
          <a:p>
            <a:pPr indent="0" lvl="0" marL="0" rtl="0" algn="ctr">
              <a:spcBef>
                <a:spcPts val="0"/>
              </a:spcBef>
              <a:spcAft>
                <a:spcPts val="0"/>
              </a:spcAft>
              <a:buClr>
                <a:srgbClr val="151314"/>
              </a:buClr>
              <a:buSzPts val="500"/>
              <a:buFont typeface="Montserrat SemiBold"/>
              <a:buNone/>
            </a:pPr>
            <a:r>
              <a:rPr b="1" lang="en-GB" sz="1800">
                <a:solidFill>
                  <a:srgbClr val="151314"/>
                </a:solidFill>
                <a:latin typeface="Plus Jakarta Sans"/>
                <a:ea typeface="Plus Jakarta Sans"/>
                <a:cs typeface="Plus Jakarta Sans"/>
                <a:sym typeface="Plus Jakarta Sans"/>
              </a:rPr>
              <a:t>Agency</a:t>
            </a:r>
            <a:endParaRPr b="1" sz="1800">
              <a:solidFill>
                <a:srgbClr val="151314"/>
              </a:solidFill>
              <a:latin typeface="Plus Jakarta Sans"/>
              <a:ea typeface="Plus Jakarta Sans"/>
              <a:cs typeface="Plus Jakarta Sans"/>
              <a:sym typeface="Plus Jakarta Sans"/>
            </a:endParaRPr>
          </a:p>
        </p:txBody>
      </p:sp>
      <p:sp>
        <p:nvSpPr>
          <p:cNvPr id="378" name="Google Shape;378;p49"/>
          <p:cNvSpPr/>
          <p:nvPr/>
        </p:nvSpPr>
        <p:spPr>
          <a:xfrm>
            <a:off x="4834838" y="3129937"/>
            <a:ext cx="1418100" cy="737700"/>
          </a:xfrm>
          <a:prstGeom prst="rect">
            <a:avLst/>
          </a:prstGeom>
          <a:noFill/>
          <a:ln>
            <a:noFill/>
          </a:ln>
        </p:spPr>
        <p:txBody>
          <a:bodyPr anchorCtr="0" anchor="ctr" bIns="7375" lIns="7375" spcFirstLastPara="1" rIns="7375" wrap="square" tIns="7375">
            <a:noAutofit/>
          </a:bodyPr>
          <a:lstStyle/>
          <a:p>
            <a:pPr indent="0" lvl="0" marL="0" marR="0" rtl="0" algn="ctr">
              <a:lnSpc>
                <a:spcPct val="120000"/>
              </a:lnSpc>
              <a:spcBef>
                <a:spcPts val="0"/>
              </a:spcBef>
              <a:spcAft>
                <a:spcPts val="0"/>
              </a:spcAft>
              <a:buClr>
                <a:srgbClr val="595457"/>
              </a:buClr>
              <a:buSzPts val="129"/>
              <a:buFont typeface="Montserrat Light"/>
              <a:buNone/>
            </a:pPr>
            <a:r>
              <a:rPr i="0" lang="en-GB" sz="1000" u="none" cap="none" strike="noStrike">
                <a:solidFill>
                  <a:srgbClr val="595457"/>
                </a:solidFill>
                <a:latin typeface="Plus Jakarta Sans"/>
                <a:ea typeface="Plus Jakarta Sans"/>
                <a:cs typeface="Plus Jakarta Sans"/>
                <a:sym typeface="Plus Jakarta Sans"/>
              </a:rPr>
              <a:t>Desmo kuasd, nosotra sea the takimta sorem ipsusit drinos forma the amet.</a:t>
            </a:r>
            <a:endParaRPr i="0" sz="1000" u="none" cap="none" strike="noStrike">
              <a:solidFill>
                <a:srgbClr val="000000"/>
              </a:solidFill>
              <a:latin typeface="Plus Jakarta Sans"/>
              <a:ea typeface="Plus Jakarta Sans"/>
              <a:cs typeface="Plus Jakarta Sans"/>
              <a:sym typeface="Plus Jakarta Sans"/>
            </a:endParaRPr>
          </a:p>
        </p:txBody>
      </p:sp>
      <p:sp>
        <p:nvSpPr>
          <p:cNvPr id="379" name="Google Shape;379;p49"/>
          <p:cNvSpPr/>
          <p:nvPr/>
        </p:nvSpPr>
        <p:spPr>
          <a:xfrm>
            <a:off x="4834825" y="2520641"/>
            <a:ext cx="1418100" cy="350100"/>
          </a:xfrm>
          <a:prstGeom prst="rect">
            <a:avLst/>
          </a:prstGeom>
          <a:noFill/>
          <a:ln>
            <a:noFill/>
          </a:ln>
        </p:spPr>
        <p:txBody>
          <a:bodyPr anchorCtr="0" anchor="ctr" bIns="7375" lIns="7375" spcFirstLastPara="1" rIns="7375" wrap="square" tIns="7375">
            <a:noAutofit/>
          </a:bodyPr>
          <a:lstStyle/>
          <a:p>
            <a:pPr indent="0" lvl="0" marL="0" rtl="0" algn="ctr">
              <a:spcBef>
                <a:spcPts val="0"/>
              </a:spcBef>
              <a:spcAft>
                <a:spcPts val="0"/>
              </a:spcAft>
              <a:buClr>
                <a:srgbClr val="595457"/>
              </a:buClr>
              <a:buSzPts val="500"/>
              <a:buFont typeface="Montserrat Light"/>
              <a:buNone/>
            </a:pPr>
            <a:r>
              <a:rPr lang="en-GB" sz="1800">
                <a:solidFill>
                  <a:srgbClr val="595457"/>
                </a:solidFill>
                <a:latin typeface="Plus Jakarta Sans"/>
                <a:ea typeface="Plus Jakarta Sans"/>
                <a:cs typeface="Plus Jakarta Sans"/>
                <a:sym typeface="Plus Jakarta Sans"/>
              </a:rPr>
              <a:t>IDR 39k/mo</a:t>
            </a:r>
            <a:endParaRPr sz="1800">
              <a:solidFill>
                <a:srgbClr val="595457"/>
              </a:solidFill>
              <a:latin typeface="Plus Jakarta Sans"/>
              <a:ea typeface="Plus Jakarta Sans"/>
              <a:cs typeface="Plus Jakarta Sans"/>
              <a:sym typeface="Plus Jakarta Sans"/>
            </a:endParaRPr>
          </a:p>
        </p:txBody>
      </p:sp>
      <p:sp>
        <p:nvSpPr>
          <p:cNvPr id="380" name="Google Shape;380;p49"/>
          <p:cNvSpPr/>
          <p:nvPr/>
        </p:nvSpPr>
        <p:spPr>
          <a:xfrm>
            <a:off x="6786388" y="2009309"/>
            <a:ext cx="1418100" cy="355500"/>
          </a:xfrm>
          <a:prstGeom prst="rect">
            <a:avLst/>
          </a:prstGeom>
          <a:noFill/>
          <a:ln>
            <a:noFill/>
          </a:ln>
        </p:spPr>
        <p:txBody>
          <a:bodyPr anchorCtr="0" anchor="ctr" bIns="7375" lIns="7375" spcFirstLastPara="1" rIns="7375" wrap="square" tIns="7375">
            <a:noAutofit/>
          </a:bodyPr>
          <a:lstStyle/>
          <a:p>
            <a:pPr indent="0" lvl="0" marL="0" rtl="0" algn="ctr">
              <a:spcBef>
                <a:spcPts val="0"/>
              </a:spcBef>
              <a:spcAft>
                <a:spcPts val="0"/>
              </a:spcAft>
              <a:buClr>
                <a:srgbClr val="151314"/>
              </a:buClr>
              <a:buSzPts val="500"/>
              <a:buFont typeface="Montserrat SemiBold"/>
              <a:buNone/>
            </a:pPr>
            <a:r>
              <a:rPr b="1" lang="en-GB" sz="1800">
                <a:solidFill>
                  <a:srgbClr val="151314"/>
                </a:solidFill>
                <a:latin typeface="Plus Jakarta Sans"/>
                <a:ea typeface="Plus Jakarta Sans"/>
                <a:cs typeface="Plus Jakarta Sans"/>
                <a:sym typeface="Plus Jakarta Sans"/>
              </a:rPr>
              <a:t>Business</a:t>
            </a:r>
            <a:endParaRPr b="1" sz="1800">
              <a:solidFill>
                <a:srgbClr val="151314"/>
              </a:solidFill>
              <a:latin typeface="Plus Jakarta Sans"/>
              <a:ea typeface="Plus Jakarta Sans"/>
              <a:cs typeface="Plus Jakarta Sans"/>
              <a:sym typeface="Plus Jakarta Sans"/>
            </a:endParaRPr>
          </a:p>
        </p:txBody>
      </p:sp>
      <p:sp>
        <p:nvSpPr>
          <p:cNvPr id="381" name="Google Shape;381;p49"/>
          <p:cNvSpPr/>
          <p:nvPr/>
        </p:nvSpPr>
        <p:spPr>
          <a:xfrm>
            <a:off x="6786400" y="3129937"/>
            <a:ext cx="1418100" cy="737700"/>
          </a:xfrm>
          <a:prstGeom prst="rect">
            <a:avLst/>
          </a:prstGeom>
          <a:noFill/>
          <a:ln>
            <a:noFill/>
          </a:ln>
        </p:spPr>
        <p:txBody>
          <a:bodyPr anchorCtr="0" anchor="ctr" bIns="7375" lIns="7375" spcFirstLastPara="1" rIns="7375" wrap="square" tIns="7375">
            <a:noAutofit/>
          </a:bodyPr>
          <a:lstStyle/>
          <a:p>
            <a:pPr indent="0" lvl="0" marL="0" marR="0" rtl="0" algn="ctr">
              <a:lnSpc>
                <a:spcPct val="120000"/>
              </a:lnSpc>
              <a:spcBef>
                <a:spcPts val="0"/>
              </a:spcBef>
              <a:spcAft>
                <a:spcPts val="0"/>
              </a:spcAft>
              <a:buClr>
                <a:srgbClr val="595457"/>
              </a:buClr>
              <a:buSzPts val="129"/>
              <a:buFont typeface="Montserrat Light"/>
              <a:buNone/>
            </a:pPr>
            <a:r>
              <a:rPr i="0" lang="en-GB" sz="1000" u="none" cap="none" strike="noStrike">
                <a:solidFill>
                  <a:srgbClr val="595457"/>
                </a:solidFill>
                <a:latin typeface="Plus Jakarta Sans"/>
                <a:ea typeface="Plus Jakarta Sans"/>
                <a:cs typeface="Plus Jakarta Sans"/>
                <a:sym typeface="Plus Jakarta Sans"/>
              </a:rPr>
              <a:t>Desmo kuasd, nosotra sea the takimta sorem ipsusit drinos forma the amet.</a:t>
            </a:r>
            <a:endParaRPr i="0" sz="1000" u="none" cap="none" strike="noStrike">
              <a:solidFill>
                <a:srgbClr val="000000"/>
              </a:solidFill>
              <a:latin typeface="Plus Jakarta Sans"/>
              <a:ea typeface="Plus Jakarta Sans"/>
              <a:cs typeface="Plus Jakarta Sans"/>
              <a:sym typeface="Plus Jakarta Sans"/>
            </a:endParaRPr>
          </a:p>
        </p:txBody>
      </p:sp>
      <p:sp>
        <p:nvSpPr>
          <p:cNvPr id="382" name="Google Shape;382;p49"/>
          <p:cNvSpPr/>
          <p:nvPr/>
        </p:nvSpPr>
        <p:spPr>
          <a:xfrm>
            <a:off x="6786388" y="2520641"/>
            <a:ext cx="1418100" cy="350100"/>
          </a:xfrm>
          <a:prstGeom prst="rect">
            <a:avLst/>
          </a:prstGeom>
          <a:noFill/>
          <a:ln>
            <a:noFill/>
          </a:ln>
        </p:spPr>
        <p:txBody>
          <a:bodyPr anchorCtr="0" anchor="ctr" bIns="7375" lIns="7375" spcFirstLastPara="1" rIns="7375" wrap="square" tIns="7375">
            <a:noAutofit/>
          </a:bodyPr>
          <a:lstStyle/>
          <a:p>
            <a:pPr indent="0" lvl="0" marL="0" rtl="0" algn="ctr">
              <a:spcBef>
                <a:spcPts val="0"/>
              </a:spcBef>
              <a:spcAft>
                <a:spcPts val="0"/>
              </a:spcAft>
              <a:buClr>
                <a:srgbClr val="595457"/>
              </a:buClr>
              <a:buSzPts val="500"/>
              <a:buFont typeface="Montserrat Light"/>
              <a:buNone/>
            </a:pPr>
            <a:r>
              <a:rPr lang="en-GB" sz="1800">
                <a:solidFill>
                  <a:srgbClr val="595457"/>
                </a:solidFill>
                <a:latin typeface="Plus Jakarta Sans"/>
                <a:ea typeface="Plus Jakarta Sans"/>
                <a:cs typeface="Plus Jakarta Sans"/>
                <a:sym typeface="Plus Jakarta Sans"/>
              </a:rPr>
              <a:t>IDR 69k/mo</a:t>
            </a:r>
            <a:endParaRPr sz="1800">
              <a:solidFill>
                <a:srgbClr val="595457"/>
              </a:solidFill>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0"/>
          <p:cNvSpPr txBox="1"/>
          <p:nvPr>
            <p:ph type="title"/>
          </p:nvPr>
        </p:nvSpPr>
        <p:spPr>
          <a:xfrm>
            <a:off x="518500" y="768725"/>
            <a:ext cx="5337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0"/>
          <p:cNvSpPr/>
          <p:nvPr/>
        </p:nvSpPr>
        <p:spPr>
          <a:xfrm>
            <a:off x="1244550" y="1521356"/>
            <a:ext cx="2004300" cy="278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grpSp>
        <p:nvGrpSpPr>
          <p:cNvPr id="389" name="Google Shape;389;p50"/>
          <p:cNvGrpSpPr/>
          <p:nvPr/>
        </p:nvGrpSpPr>
        <p:grpSpPr>
          <a:xfrm>
            <a:off x="1294225" y="1698979"/>
            <a:ext cx="1904963" cy="2413102"/>
            <a:chOff x="381067" y="518795"/>
            <a:chExt cx="5079900" cy="6434937"/>
          </a:xfrm>
        </p:grpSpPr>
        <p:sp>
          <p:nvSpPr>
            <p:cNvPr id="390" name="Google Shape;390;p50"/>
            <p:cNvSpPr/>
            <p:nvPr/>
          </p:nvSpPr>
          <p:spPr>
            <a:xfrm>
              <a:off x="381067" y="518795"/>
              <a:ext cx="5079900" cy="815400"/>
            </a:xfrm>
            <a:prstGeom prst="rect">
              <a:avLst/>
            </a:prstGeom>
            <a:no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595457"/>
                </a:buClr>
                <a:buSzPts val="500"/>
                <a:buFont typeface="Montserrat Light"/>
                <a:buNone/>
              </a:pPr>
              <a:r>
                <a:rPr b="1" i="0" lang="en-GB" sz="1800" u="none" cap="none" strike="noStrike">
                  <a:solidFill>
                    <a:srgbClr val="595457"/>
                  </a:solidFill>
                  <a:latin typeface="Plus Jakarta Sans"/>
                  <a:ea typeface="Plus Jakarta Sans"/>
                  <a:cs typeface="Plus Jakarta Sans"/>
                  <a:sym typeface="Plus Jakarta Sans"/>
                </a:rPr>
                <a:t>Starter</a:t>
              </a:r>
              <a:endParaRPr b="1" i="0" sz="500" u="none" cap="none" strike="noStrike">
                <a:solidFill>
                  <a:srgbClr val="000000"/>
                </a:solidFill>
                <a:latin typeface="Plus Jakarta Sans"/>
                <a:ea typeface="Plus Jakarta Sans"/>
                <a:cs typeface="Plus Jakarta Sans"/>
                <a:sym typeface="Plus Jakarta Sans"/>
              </a:endParaRPr>
            </a:p>
          </p:txBody>
        </p:sp>
        <p:sp>
          <p:nvSpPr>
            <p:cNvPr id="391" name="Google Shape;391;p50"/>
            <p:cNvSpPr/>
            <p:nvPr/>
          </p:nvSpPr>
          <p:spPr>
            <a:xfrm>
              <a:off x="381067" y="1640939"/>
              <a:ext cx="5079900" cy="828000"/>
            </a:xfrm>
            <a:prstGeom prst="rect">
              <a:avLst/>
            </a:prstGeom>
            <a:no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151314"/>
                </a:buClr>
                <a:buSzPts val="500"/>
                <a:buFont typeface="Montserrat SemiBold"/>
                <a:buNone/>
              </a:pPr>
              <a:r>
                <a:rPr lang="en-GB" sz="1800">
                  <a:solidFill>
                    <a:srgbClr val="151314"/>
                  </a:solidFill>
                  <a:latin typeface="Plus Jakarta Sans"/>
                  <a:ea typeface="Plus Jakarta Sans"/>
                  <a:cs typeface="Plus Jakarta Sans"/>
                  <a:sym typeface="Plus Jakarta Sans"/>
                </a:rPr>
                <a:t>IDR</a:t>
              </a:r>
              <a:r>
                <a:rPr i="0" lang="en-GB" sz="1800" u="none" cap="none" strike="noStrike">
                  <a:solidFill>
                    <a:srgbClr val="151314"/>
                  </a:solidFill>
                  <a:latin typeface="Plus Jakarta Sans"/>
                  <a:ea typeface="Plus Jakarta Sans"/>
                  <a:cs typeface="Plus Jakarta Sans"/>
                  <a:sym typeface="Plus Jakarta Sans"/>
                </a:rPr>
                <a:t> 129k </a:t>
              </a:r>
              <a:endParaRPr i="0" sz="500" u="none" cap="none" strike="noStrike">
                <a:solidFill>
                  <a:srgbClr val="000000"/>
                </a:solidFill>
                <a:latin typeface="Plus Jakarta Sans"/>
                <a:ea typeface="Plus Jakarta Sans"/>
                <a:cs typeface="Plus Jakarta Sans"/>
                <a:sym typeface="Plus Jakarta Sans"/>
              </a:endParaRPr>
            </a:p>
          </p:txBody>
        </p:sp>
        <p:sp>
          <p:nvSpPr>
            <p:cNvPr id="392" name="Google Shape;392;p50"/>
            <p:cNvSpPr/>
            <p:nvPr/>
          </p:nvSpPr>
          <p:spPr>
            <a:xfrm>
              <a:off x="996983" y="6405032"/>
              <a:ext cx="3848100" cy="5487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Features</a:t>
              </a:r>
              <a:endParaRPr i="0" sz="500" u="none" cap="none" strike="noStrike">
                <a:solidFill>
                  <a:srgbClr val="000000"/>
                </a:solidFill>
                <a:latin typeface="Plus Jakarta Sans"/>
                <a:ea typeface="Plus Jakarta Sans"/>
                <a:cs typeface="Plus Jakarta Sans"/>
                <a:sym typeface="Plus Jakarta Sans"/>
              </a:endParaRPr>
            </a:p>
          </p:txBody>
        </p:sp>
        <p:grpSp>
          <p:nvGrpSpPr>
            <p:cNvPr id="393" name="Google Shape;393;p50"/>
            <p:cNvGrpSpPr/>
            <p:nvPr/>
          </p:nvGrpSpPr>
          <p:grpSpPr>
            <a:xfrm>
              <a:off x="787467" y="2761077"/>
              <a:ext cx="4267100" cy="812700"/>
              <a:chOff x="67" y="0"/>
              <a:chExt cx="4267100" cy="812700"/>
            </a:xfrm>
          </p:grpSpPr>
          <p:sp>
            <p:nvSpPr>
              <p:cNvPr id="394" name="Google Shape;394;p50"/>
              <p:cNvSpPr/>
              <p:nvPr/>
            </p:nvSpPr>
            <p:spPr>
              <a:xfrm>
                <a:off x="939867"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Nostras Demium</a:t>
                </a:r>
                <a:endParaRPr i="0" sz="500" u="none" cap="none" strike="noStrike">
                  <a:solidFill>
                    <a:srgbClr val="000000"/>
                  </a:solidFill>
                  <a:latin typeface="Plus Jakarta Sans"/>
                  <a:ea typeface="Plus Jakarta Sans"/>
                  <a:cs typeface="Plus Jakarta Sans"/>
                  <a:sym typeface="Plus Jakarta Sans"/>
                </a:endParaRPr>
              </a:p>
            </p:txBody>
          </p:sp>
          <p:sp>
            <p:nvSpPr>
              <p:cNvPr id="395" name="Google Shape;395;p50"/>
              <p:cNvSpPr/>
              <p:nvPr/>
            </p:nvSpPr>
            <p:spPr>
              <a:xfrm>
                <a:off x="67"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396" name="Google Shape;396;p50"/>
            <p:cNvGrpSpPr/>
            <p:nvPr/>
          </p:nvGrpSpPr>
          <p:grpSpPr>
            <a:xfrm>
              <a:off x="787467" y="3455117"/>
              <a:ext cx="4267100" cy="812700"/>
              <a:chOff x="67" y="0"/>
              <a:chExt cx="4267100" cy="812700"/>
            </a:xfrm>
          </p:grpSpPr>
          <p:sp>
            <p:nvSpPr>
              <p:cNvPr id="397" name="Google Shape;397;p50"/>
              <p:cNvSpPr/>
              <p:nvPr/>
            </p:nvSpPr>
            <p:spPr>
              <a:xfrm>
                <a:off x="939867"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Grama the Mirs</a:t>
                </a:r>
                <a:endParaRPr i="0" sz="500" u="none" cap="none" strike="noStrike">
                  <a:solidFill>
                    <a:srgbClr val="000000"/>
                  </a:solidFill>
                  <a:latin typeface="Plus Jakarta Sans"/>
                  <a:ea typeface="Plus Jakarta Sans"/>
                  <a:cs typeface="Plus Jakarta Sans"/>
                  <a:sym typeface="Plus Jakarta Sans"/>
                </a:endParaRPr>
              </a:p>
            </p:txBody>
          </p:sp>
          <p:sp>
            <p:nvSpPr>
              <p:cNvPr id="398" name="Google Shape;398;p50"/>
              <p:cNvSpPr/>
              <p:nvPr/>
            </p:nvSpPr>
            <p:spPr>
              <a:xfrm>
                <a:off x="67"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399" name="Google Shape;399;p50"/>
            <p:cNvGrpSpPr/>
            <p:nvPr/>
          </p:nvGrpSpPr>
          <p:grpSpPr>
            <a:xfrm>
              <a:off x="787467" y="4149155"/>
              <a:ext cx="4267067" cy="812700"/>
              <a:chOff x="67" y="0"/>
              <a:chExt cx="4267067" cy="812700"/>
            </a:xfrm>
          </p:grpSpPr>
          <p:sp>
            <p:nvSpPr>
              <p:cNvPr id="400" name="Google Shape;400;p50"/>
              <p:cNvSpPr/>
              <p:nvPr/>
            </p:nvSpPr>
            <p:spPr>
              <a:xfrm>
                <a:off x="939833"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Dra fira eta lorua</a:t>
                </a:r>
                <a:endParaRPr i="0" sz="500" u="none" cap="none" strike="noStrike">
                  <a:solidFill>
                    <a:srgbClr val="000000"/>
                  </a:solidFill>
                  <a:latin typeface="Plus Jakarta Sans"/>
                  <a:ea typeface="Plus Jakarta Sans"/>
                  <a:cs typeface="Plus Jakarta Sans"/>
                  <a:sym typeface="Plus Jakarta Sans"/>
                </a:endParaRPr>
              </a:p>
            </p:txBody>
          </p:sp>
          <p:sp>
            <p:nvSpPr>
              <p:cNvPr id="401" name="Google Shape;401;p50"/>
              <p:cNvSpPr/>
              <p:nvPr/>
            </p:nvSpPr>
            <p:spPr>
              <a:xfrm>
                <a:off x="67"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402" name="Google Shape;402;p50"/>
            <p:cNvGrpSpPr/>
            <p:nvPr/>
          </p:nvGrpSpPr>
          <p:grpSpPr>
            <a:xfrm>
              <a:off x="787433" y="4843194"/>
              <a:ext cx="4267067" cy="812700"/>
              <a:chOff x="33" y="0"/>
              <a:chExt cx="4267067" cy="812700"/>
            </a:xfrm>
          </p:grpSpPr>
          <p:sp>
            <p:nvSpPr>
              <p:cNvPr id="403" name="Google Shape;403;p50"/>
              <p:cNvSpPr/>
              <p:nvPr/>
            </p:nvSpPr>
            <p:spPr>
              <a:xfrm>
                <a:off x="939800"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sp>
            <p:nvSpPr>
              <p:cNvPr id="404" name="Google Shape;404;p50"/>
              <p:cNvSpPr/>
              <p:nvPr/>
            </p:nvSpPr>
            <p:spPr>
              <a:xfrm>
                <a:off x="33"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sp>
        <p:nvSpPr>
          <p:cNvPr id="405" name="Google Shape;405;p50"/>
          <p:cNvSpPr/>
          <p:nvPr/>
        </p:nvSpPr>
        <p:spPr>
          <a:xfrm>
            <a:off x="3569850" y="1521356"/>
            <a:ext cx="2004300" cy="278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406" name="Google Shape;406;p50"/>
          <p:cNvSpPr/>
          <p:nvPr/>
        </p:nvSpPr>
        <p:spPr>
          <a:xfrm>
            <a:off x="5895150" y="1521356"/>
            <a:ext cx="2004300" cy="278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grpSp>
        <p:nvGrpSpPr>
          <p:cNvPr id="407" name="Google Shape;407;p50"/>
          <p:cNvGrpSpPr/>
          <p:nvPr/>
        </p:nvGrpSpPr>
        <p:grpSpPr>
          <a:xfrm>
            <a:off x="3617747" y="1667104"/>
            <a:ext cx="1908524" cy="2496703"/>
            <a:chOff x="371501" y="518795"/>
            <a:chExt cx="5089396" cy="6657874"/>
          </a:xfrm>
        </p:grpSpPr>
        <p:sp>
          <p:nvSpPr>
            <p:cNvPr id="408" name="Google Shape;408;p50"/>
            <p:cNvSpPr/>
            <p:nvPr/>
          </p:nvSpPr>
          <p:spPr>
            <a:xfrm>
              <a:off x="371501" y="518795"/>
              <a:ext cx="5079900" cy="815400"/>
            </a:xfrm>
            <a:prstGeom prst="rect">
              <a:avLst/>
            </a:prstGeom>
            <a:no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595457"/>
                </a:buClr>
                <a:buSzPts val="500"/>
                <a:buFont typeface="Montserrat Light"/>
                <a:buNone/>
              </a:pPr>
              <a:r>
                <a:rPr b="1" i="0" lang="en-GB" sz="1800" u="none" cap="none" strike="noStrike">
                  <a:solidFill>
                    <a:srgbClr val="595457"/>
                  </a:solidFill>
                  <a:latin typeface="Plus Jakarta Sans"/>
                  <a:ea typeface="Plus Jakarta Sans"/>
                  <a:cs typeface="Plus Jakarta Sans"/>
                  <a:sym typeface="Plus Jakarta Sans"/>
                </a:rPr>
                <a:t>Creative</a:t>
              </a:r>
              <a:endParaRPr b="1" i="0" sz="500" u="none" cap="none" strike="noStrike">
                <a:solidFill>
                  <a:srgbClr val="000000"/>
                </a:solidFill>
                <a:latin typeface="Plus Jakarta Sans"/>
                <a:ea typeface="Plus Jakarta Sans"/>
                <a:cs typeface="Plus Jakarta Sans"/>
                <a:sym typeface="Plus Jakarta Sans"/>
              </a:endParaRPr>
            </a:p>
          </p:txBody>
        </p:sp>
        <p:sp>
          <p:nvSpPr>
            <p:cNvPr id="409" name="Google Shape;409;p50"/>
            <p:cNvSpPr/>
            <p:nvPr/>
          </p:nvSpPr>
          <p:spPr>
            <a:xfrm>
              <a:off x="380997" y="1640939"/>
              <a:ext cx="5079900" cy="828000"/>
            </a:xfrm>
            <a:prstGeom prst="rect">
              <a:avLst/>
            </a:prstGeom>
            <a:no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151314"/>
                </a:buClr>
                <a:buSzPts val="500"/>
                <a:buFont typeface="Montserrat SemiBold"/>
                <a:buNone/>
              </a:pPr>
              <a:r>
                <a:rPr lang="en-GB" sz="1800">
                  <a:solidFill>
                    <a:srgbClr val="151314"/>
                  </a:solidFill>
                  <a:latin typeface="Plus Jakarta Sans"/>
                  <a:ea typeface="Plus Jakarta Sans"/>
                  <a:cs typeface="Plus Jakarta Sans"/>
                  <a:sym typeface="Plus Jakarta Sans"/>
                </a:rPr>
                <a:t>IDR</a:t>
              </a:r>
              <a:r>
                <a:rPr i="0" lang="en-GB" sz="1800" u="none" cap="none" strike="noStrike">
                  <a:solidFill>
                    <a:srgbClr val="151314"/>
                  </a:solidFill>
                  <a:latin typeface="Plus Jakarta Sans"/>
                  <a:ea typeface="Plus Jakarta Sans"/>
                  <a:cs typeface="Plus Jakarta Sans"/>
                  <a:sym typeface="Plus Jakarta Sans"/>
                </a:rPr>
                <a:t> 399k </a:t>
              </a:r>
              <a:endParaRPr i="0" sz="500" u="none" cap="none" strike="noStrike">
                <a:solidFill>
                  <a:srgbClr val="000000"/>
                </a:solidFill>
                <a:latin typeface="Plus Jakarta Sans"/>
                <a:ea typeface="Plus Jakarta Sans"/>
                <a:cs typeface="Plus Jakarta Sans"/>
                <a:sym typeface="Plus Jakarta Sans"/>
              </a:endParaRPr>
            </a:p>
          </p:txBody>
        </p:sp>
        <p:grpSp>
          <p:nvGrpSpPr>
            <p:cNvPr id="410" name="Google Shape;410;p50"/>
            <p:cNvGrpSpPr/>
            <p:nvPr/>
          </p:nvGrpSpPr>
          <p:grpSpPr>
            <a:xfrm>
              <a:off x="996950" y="6287769"/>
              <a:ext cx="3848100" cy="888900"/>
              <a:chOff x="0" y="0"/>
              <a:chExt cx="3848100" cy="888900"/>
            </a:xfrm>
          </p:grpSpPr>
          <p:sp>
            <p:nvSpPr>
              <p:cNvPr id="411" name="Google Shape;411;p50"/>
              <p:cNvSpPr/>
              <p:nvPr/>
            </p:nvSpPr>
            <p:spPr>
              <a:xfrm>
                <a:off x="19050" y="0"/>
                <a:ext cx="3810000" cy="888900"/>
              </a:xfrm>
              <a:prstGeom prst="rect">
                <a:avLst/>
              </a:prstGeom>
              <a:noFill/>
              <a:ln cap="flat" cmpd="sng" w="14300">
                <a:solidFill>
                  <a:srgbClr val="151314"/>
                </a:solidFill>
                <a:prstDash val="solid"/>
                <a:miter lim="8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i="0" sz="1900" u="none" cap="none" strike="noStrike">
                  <a:solidFill>
                    <a:srgbClr val="000000"/>
                  </a:solidFill>
                  <a:latin typeface="Plus Jakarta Sans"/>
                  <a:ea typeface="Plus Jakarta Sans"/>
                  <a:cs typeface="Plus Jakarta Sans"/>
                  <a:sym typeface="Plus Jakarta Sans"/>
                </a:endParaRPr>
              </a:p>
            </p:txBody>
          </p:sp>
          <p:sp>
            <p:nvSpPr>
              <p:cNvPr id="412" name="Google Shape;412;p50"/>
              <p:cNvSpPr/>
              <p:nvPr/>
            </p:nvSpPr>
            <p:spPr>
              <a:xfrm>
                <a:off x="0" y="170180"/>
                <a:ext cx="3848100" cy="5487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Features</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413" name="Google Shape;413;p50"/>
            <p:cNvGrpSpPr/>
            <p:nvPr/>
          </p:nvGrpSpPr>
          <p:grpSpPr>
            <a:xfrm>
              <a:off x="787400" y="2761077"/>
              <a:ext cx="4267100" cy="812700"/>
              <a:chOff x="0" y="0"/>
              <a:chExt cx="4267100" cy="812700"/>
            </a:xfrm>
          </p:grpSpPr>
          <p:sp>
            <p:nvSpPr>
              <p:cNvPr id="414" name="Google Shape;414;p50"/>
              <p:cNvSpPr/>
              <p:nvPr/>
            </p:nvSpPr>
            <p:spPr>
              <a:xfrm>
                <a:off x="939800"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2x Design App</a:t>
                </a:r>
                <a:endParaRPr i="0" sz="500" u="none" cap="none" strike="noStrike">
                  <a:solidFill>
                    <a:srgbClr val="000000"/>
                  </a:solidFill>
                  <a:latin typeface="Plus Jakarta Sans"/>
                  <a:ea typeface="Plus Jakarta Sans"/>
                  <a:cs typeface="Plus Jakarta Sans"/>
                  <a:sym typeface="Plus Jakarta Sans"/>
                </a:endParaRPr>
              </a:p>
            </p:txBody>
          </p:sp>
          <p:sp>
            <p:nvSpPr>
              <p:cNvPr id="415" name="Google Shape;415;p50"/>
              <p:cNvSpPr/>
              <p:nvPr/>
            </p:nvSpPr>
            <p:spPr>
              <a:xfrm>
                <a:off x="0"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416" name="Google Shape;416;p50"/>
            <p:cNvGrpSpPr/>
            <p:nvPr/>
          </p:nvGrpSpPr>
          <p:grpSpPr>
            <a:xfrm>
              <a:off x="787400" y="3455117"/>
              <a:ext cx="4257600" cy="812700"/>
              <a:chOff x="0" y="0"/>
              <a:chExt cx="4257600" cy="812700"/>
            </a:xfrm>
          </p:grpSpPr>
          <p:sp>
            <p:nvSpPr>
              <p:cNvPr id="417" name="Google Shape;417;p50"/>
              <p:cNvSpPr/>
              <p:nvPr/>
            </p:nvSpPr>
            <p:spPr>
              <a:xfrm>
                <a:off x="930300"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Grama the Mirs</a:t>
                </a:r>
                <a:endParaRPr i="0" sz="500" u="none" cap="none" strike="noStrike">
                  <a:solidFill>
                    <a:srgbClr val="000000"/>
                  </a:solidFill>
                  <a:latin typeface="Plus Jakarta Sans"/>
                  <a:ea typeface="Plus Jakarta Sans"/>
                  <a:cs typeface="Plus Jakarta Sans"/>
                  <a:sym typeface="Plus Jakarta Sans"/>
                </a:endParaRPr>
              </a:p>
            </p:txBody>
          </p:sp>
          <p:sp>
            <p:nvSpPr>
              <p:cNvPr id="418" name="Google Shape;418;p50"/>
              <p:cNvSpPr/>
              <p:nvPr/>
            </p:nvSpPr>
            <p:spPr>
              <a:xfrm>
                <a:off x="0"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419" name="Google Shape;419;p50"/>
            <p:cNvGrpSpPr/>
            <p:nvPr/>
          </p:nvGrpSpPr>
          <p:grpSpPr>
            <a:xfrm>
              <a:off x="777900" y="4149155"/>
              <a:ext cx="4267100" cy="812700"/>
              <a:chOff x="-9500" y="0"/>
              <a:chExt cx="4267100" cy="812700"/>
            </a:xfrm>
          </p:grpSpPr>
          <p:sp>
            <p:nvSpPr>
              <p:cNvPr id="420" name="Google Shape;420;p50"/>
              <p:cNvSpPr/>
              <p:nvPr/>
            </p:nvSpPr>
            <p:spPr>
              <a:xfrm>
                <a:off x="930300"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Dra fira eta lorua</a:t>
                </a:r>
                <a:endParaRPr i="0" sz="500" u="none" cap="none" strike="noStrike">
                  <a:solidFill>
                    <a:srgbClr val="000000"/>
                  </a:solidFill>
                  <a:latin typeface="Plus Jakarta Sans"/>
                  <a:ea typeface="Plus Jakarta Sans"/>
                  <a:cs typeface="Plus Jakarta Sans"/>
                  <a:sym typeface="Plus Jakarta Sans"/>
                </a:endParaRPr>
              </a:p>
            </p:txBody>
          </p:sp>
          <p:sp>
            <p:nvSpPr>
              <p:cNvPr id="421" name="Google Shape;421;p50"/>
              <p:cNvSpPr/>
              <p:nvPr/>
            </p:nvSpPr>
            <p:spPr>
              <a:xfrm>
                <a:off x="-9500"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422" name="Google Shape;422;p50"/>
            <p:cNvGrpSpPr/>
            <p:nvPr/>
          </p:nvGrpSpPr>
          <p:grpSpPr>
            <a:xfrm>
              <a:off x="787400" y="4843194"/>
              <a:ext cx="4257600" cy="812700"/>
              <a:chOff x="0" y="0"/>
              <a:chExt cx="4257600" cy="812700"/>
            </a:xfrm>
          </p:grpSpPr>
          <p:sp>
            <p:nvSpPr>
              <p:cNvPr id="423" name="Google Shape;423;p50"/>
              <p:cNvSpPr/>
              <p:nvPr/>
            </p:nvSpPr>
            <p:spPr>
              <a:xfrm>
                <a:off x="930300" y="132080"/>
                <a:ext cx="33273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10+ Ferts brasds</a:t>
                </a:r>
                <a:endParaRPr i="0" sz="500" u="none" cap="none" strike="noStrike">
                  <a:solidFill>
                    <a:srgbClr val="000000"/>
                  </a:solidFill>
                  <a:latin typeface="Plus Jakarta Sans"/>
                  <a:ea typeface="Plus Jakarta Sans"/>
                  <a:cs typeface="Plus Jakarta Sans"/>
                  <a:sym typeface="Plus Jakarta Sans"/>
                </a:endParaRPr>
              </a:p>
            </p:txBody>
          </p:sp>
          <p:sp>
            <p:nvSpPr>
              <p:cNvPr id="424" name="Google Shape;424;p50"/>
              <p:cNvSpPr/>
              <p:nvPr/>
            </p:nvSpPr>
            <p:spPr>
              <a:xfrm>
                <a:off x="0" y="0"/>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00"/>
                  <a:buFont typeface="Arial"/>
                  <a:buNone/>
                </a:pPr>
                <a:r>
                  <a:rPr i="0" lang="en-GB" sz="1200" u="none" cap="none" strike="noStrike">
                    <a:solidFill>
                      <a:srgbClr val="151314"/>
                    </a:solidFill>
                    <a:latin typeface="Plus Jakarta Sans"/>
                    <a:ea typeface="Plus Jakarta Sans"/>
                    <a:cs typeface="Plus Jakarta Sans"/>
                    <a:sym typeface="Plus Jakarta Sans"/>
                  </a:rPr>
                  <a:t></a:t>
                </a:r>
                <a:endParaRPr i="0" sz="500" u="none" cap="none" strike="noStrike">
                  <a:solidFill>
                    <a:srgbClr val="000000"/>
                  </a:solidFill>
                  <a:latin typeface="Plus Jakarta Sans"/>
                  <a:ea typeface="Plus Jakarta Sans"/>
                  <a:cs typeface="Plus Jakarta Sans"/>
                  <a:sym typeface="Plus Jakarta Sans"/>
                </a:endParaRPr>
              </a:p>
            </p:txBody>
          </p:sp>
        </p:grpSp>
      </p:grpSp>
      <p:sp>
        <p:nvSpPr>
          <p:cNvPr id="425" name="Google Shape;425;p50"/>
          <p:cNvSpPr/>
          <p:nvPr/>
        </p:nvSpPr>
        <p:spPr>
          <a:xfrm>
            <a:off x="1532259" y="3830495"/>
            <a:ext cx="1428900" cy="333300"/>
          </a:xfrm>
          <a:prstGeom prst="rect">
            <a:avLst/>
          </a:prstGeom>
          <a:noFill/>
          <a:ln cap="flat" cmpd="sng" w="14300">
            <a:solidFill>
              <a:srgbClr val="151314"/>
            </a:solidFill>
            <a:prstDash val="solid"/>
            <a:miter lim="8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i="0" sz="1900" u="none" cap="none" strike="noStrike">
              <a:solidFill>
                <a:srgbClr val="000000"/>
              </a:solidFill>
              <a:latin typeface="Plus Jakarta Sans"/>
              <a:ea typeface="Plus Jakarta Sans"/>
              <a:cs typeface="Plus Jakarta Sans"/>
              <a:sym typeface="Plus Jakarta Sans"/>
            </a:endParaRPr>
          </a:p>
        </p:txBody>
      </p:sp>
      <p:grpSp>
        <p:nvGrpSpPr>
          <p:cNvPr id="426" name="Google Shape;426;p50"/>
          <p:cNvGrpSpPr/>
          <p:nvPr/>
        </p:nvGrpSpPr>
        <p:grpSpPr>
          <a:xfrm>
            <a:off x="5895166" y="1607095"/>
            <a:ext cx="2004530" cy="2627197"/>
            <a:chOff x="380997" y="285881"/>
            <a:chExt cx="5079904" cy="6657874"/>
          </a:xfrm>
        </p:grpSpPr>
        <p:sp>
          <p:nvSpPr>
            <p:cNvPr id="427" name="Google Shape;427;p50"/>
            <p:cNvSpPr/>
            <p:nvPr/>
          </p:nvSpPr>
          <p:spPr>
            <a:xfrm>
              <a:off x="381001" y="285881"/>
              <a:ext cx="5079900" cy="815400"/>
            </a:xfrm>
            <a:prstGeom prst="rect">
              <a:avLst/>
            </a:prstGeom>
            <a:noFill/>
            <a:ln>
              <a:noFill/>
            </a:ln>
          </p:spPr>
          <p:txBody>
            <a:bodyPr anchorCtr="0" anchor="ctr" bIns="18050" lIns="18050" spcFirstLastPara="1" rIns="18050" wrap="square" tIns="18050">
              <a:noAutofit/>
            </a:bodyPr>
            <a:lstStyle/>
            <a:p>
              <a:pPr indent="0" lvl="0" marL="0" marR="0" rtl="0" algn="ctr">
                <a:lnSpc>
                  <a:spcPct val="100000"/>
                </a:lnSpc>
                <a:spcBef>
                  <a:spcPts val="0"/>
                </a:spcBef>
                <a:spcAft>
                  <a:spcPts val="0"/>
                </a:spcAft>
                <a:buClr>
                  <a:srgbClr val="595457"/>
                </a:buClr>
                <a:buSzPts val="473"/>
                <a:buFont typeface="Montserrat Light"/>
                <a:buNone/>
              </a:pPr>
              <a:r>
                <a:rPr b="1" i="0" lang="en-GB" sz="1894" u="none" cap="none" strike="noStrike">
                  <a:solidFill>
                    <a:srgbClr val="595457"/>
                  </a:solidFill>
                  <a:latin typeface="Plus Jakarta Sans"/>
                  <a:ea typeface="Plus Jakarta Sans"/>
                  <a:cs typeface="Plus Jakarta Sans"/>
                  <a:sym typeface="Plus Jakarta Sans"/>
                </a:rPr>
                <a:t>Premium</a:t>
              </a:r>
              <a:endParaRPr b="1" i="0" sz="552" u="none" cap="none" strike="noStrike">
                <a:solidFill>
                  <a:srgbClr val="000000"/>
                </a:solidFill>
                <a:latin typeface="Plus Jakarta Sans"/>
                <a:ea typeface="Plus Jakarta Sans"/>
                <a:cs typeface="Plus Jakarta Sans"/>
                <a:sym typeface="Plus Jakarta Sans"/>
              </a:endParaRPr>
            </a:p>
          </p:txBody>
        </p:sp>
        <p:sp>
          <p:nvSpPr>
            <p:cNvPr id="428" name="Google Shape;428;p50"/>
            <p:cNvSpPr/>
            <p:nvPr/>
          </p:nvSpPr>
          <p:spPr>
            <a:xfrm>
              <a:off x="380997" y="1408025"/>
              <a:ext cx="5079900" cy="828000"/>
            </a:xfrm>
            <a:prstGeom prst="rect">
              <a:avLst/>
            </a:prstGeom>
            <a:noFill/>
            <a:ln>
              <a:noFill/>
            </a:ln>
          </p:spPr>
          <p:txBody>
            <a:bodyPr anchorCtr="0" anchor="ctr" bIns="18050" lIns="18050" spcFirstLastPara="1" rIns="18050" wrap="square" tIns="18050">
              <a:noAutofit/>
            </a:bodyPr>
            <a:lstStyle/>
            <a:p>
              <a:pPr indent="0" lvl="0" marL="0" marR="0" rtl="0" algn="ctr">
                <a:lnSpc>
                  <a:spcPct val="100000"/>
                </a:lnSpc>
                <a:spcBef>
                  <a:spcPts val="0"/>
                </a:spcBef>
                <a:spcAft>
                  <a:spcPts val="0"/>
                </a:spcAft>
                <a:buClr>
                  <a:srgbClr val="151314"/>
                </a:buClr>
                <a:buSzPts val="473"/>
                <a:buFont typeface="Montserrat SemiBold"/>
                <a:buNone/>
              </a:pPr>
              <a:r>
                <a:rPr lang="en-GB" sz="1894">
                  <a:solidFill>
                    <a:srgbClr val="151314"/>
                  </a:solidFill>
                  <a:latin typeface="Plus Jakarta Sans"/>
                  <a:ea typeface="Plus Jakarta Sans"/>
                  <a:cs typeface="Plus Jakarta Sans"/>
                  <a:sym typeface="Plus Jakarta Sans"/>
                </a:rPr>
                <a:t>IDR</a:t>
              </a:r>
              <a:r>
                <a:rPr i="0" lang="en-GB" sz="1894" u="none" cap="none" strike="noStrike">
                  <a:solidFill>
                    <a:srgbClr val="151314"/>
                  </a:solidFill>
                  <a:latin typeface="Plus Jakarta Sans"/>
                  <a:ea typeface="Plus Jakarta Sans"/>
                  <a:cs typeface="Plus Jakarta Sans"/>
                  <a:sym typeface="Plus Jakarta Sans"/>
                </a:rPr>
                <a:t> 699k </a:t>
              </a:r>
              <a:endParaRPr i="0" sz="552" u="none" cap="none" strike="noStrike">
                <a:solidFill>
                  <a:srgbClr val="000000"/>
                </a:solidFill>
                <a:latin typeface="Plus Jakarta Sans"/>
                <a:ea typeface="Plus Jakarta Sans"/>
                <a:cs typeface="Plus Jakarta Sans"/>
                <a:sym typeface="Plus Jakarta Sans"/>
              </a:endParaRPr>
            </a:p>
          </p:txBody>
        </p:sp>
        <p:grpSp>
          <p:nvGrpSpPr>
            <p:cNvPr id="429" name="Google Shape;429;p50"/>
            <p:cNvGrpSpPr/>
            <p:nvPr/>
          </p:nvGrpSpPr>
          <p:grpSpPr>
            <a:xfrm>
              <a:off x="996950" y="6054855"/>
              <a:ext cx="3848100" cy="888900"/>
              <a:chOff x="0" y="-232914"/>
              <a:chExt cx="3848100" cy="888900"/>
            </a:xfrm>
          </p:grpSpPr>
          <p:sp>
            <p:nvSpPr>
              <p:cNvPr id="430" name="Google Shape;430;p50"/>
              <p:cNvSpPr/>
              <p:nvPr/>
            </p:nvSpPr>
            <p:spPr>
              <a:xfrm>
                <a:off x="19050" y="-232914"/>
                <a:ext cx="3810000" cy="888900"/>
              </a:xfrm>
              <a:prstGeom prst="rect">
                <a:avLst/>
              </a:prstGeom>
              <a:noFill/>
              <a:ln cap="flat" cmpd="sng" w="15025">
                <a:solidFill>
                  <a:srgbClr val="151314"/>
                </a:solidFill>
                <a:prstDash val="solid"/>
                <a:miter lim="80"/>
                <a:headEnd len="sm" w="sm" type="none"/>
                <a:tailEnd len="sm" w="sm" type="none"/>
              </a:ln>
            </p:spPr>
            <p:txBody>
              <a:bodyPr anchorCtr="0" anchor="ctr" bIns="20050" lIns="20050" spcFirstLastPara="1" rIns="20050" wrap="square" tIns="20050">
                <a:noAutofit/>
              </a:bodyPr>
              <a:lstStyle/>
              <a:p>
                <a:pPr indent="0" lvl="0" marL="0" marR="0" rtl="0" algn="ctr">
                  <a:lnSpc>
                    <a:spcPct val="100000"/>
                  </a:lnSpc>
                  <a:spcBef>
                    <a:spcPts val="0"/>
                  </a:spcBef>
                  <a:spcAft>
                    <a:spcPts val="0"/>
                  </a:spcAft>
                  <a:buClr>
                    <a:srgbClr val="FFFFFF"/>
                  </a:buClr>
                  <a:buSzPts val="1973"/>
                  <a:buFont typeface="Helvetica Neue Light"/>
                  <a:buNone/>
                </a:pPr>
                <a:r>
                  <a:t/>
                </a:r>
                <a:endParaRPr i="0" sz="1973" u="none" cap="none" strike="noStrike">
                  <a:solidFill>
                    <a:srgbClr val="000000"/>
                  </a:solidFill>
                  <a:latin typeface="Plus Jakarta Sans"/>
                  <a:ea typeface="Plus Jakarta Sans"/>
                  <a:cs typeface="Plus Jakarta Sans"/>
                  <a:sym typeface="Plus Jakarta Sans"/>
                </a:endParaRPr>
              </a:p>
            </p:txBody>
          </p:sp>
          <p:sp>
            <p:nvSpPr>
              <p:cNvPr id="431" name="Google Shape;431;p50"/>
              <p:cNvSpPr/>
              <p:nvPr/>
            </p:nvSpPr>
            <p:spPr>
              <a:xfrm>
                <a:off x="0" y="-62734"/>
                <a:ext cx="3848100" cy="548700"/>
              </a:xfrm>
              <a:prstGeom prst="rect">
                <a:avLst/>
              </a:prstGeom>
              <a:noFill/>
              <a:ln>
                <a:noFill/>
              </a:ln>
            </p:spPr>
            <p:txBody>
              <a:bodyPr anchorCtr="0" anchor="ctr" bIns="18050" lIns="18050" spcFirstLastPara="1" rIns="18050" wrap="square" tIns="18050">
                <a:noAutofit/>
              </a:bodyPr>
              <a:lstStyle/>
              <a:p>
                <a:pPr indent="0" lvl="0" marL="0" marR="0" rtl="0" algn="ctr">
                  <a:lnSpc>
                    <a:spcPct val="120000"/>
                  </a:lnSpc>
                  <a:spcBef>
                    <a:spcPts val="0"/>
                  </a:spcBef>
                  <a:spcAft>
                    <a:spcPts val="0"/>
                  </a:spcAft>
                  <a:buClr>
                    <a:srgbClr val="595457"/>
                  </a:buClr>
                  <a:buSzPts val="296"/>
                  <a:buFont typeface="Montserrat Light"/>
                  <a:buNone/>
                </a:pPr>
                <a:r>
                  <a:rPr i="0" lang="en-GB" sz="1184" u="none" cap="none" strike="noStrike">
                    <a:solidFill>
                      <a:srgbClr val="595457"/>
                    </a:solidFill>
                    <a:latin typeface="Plus Jakarta Sans"/>
                    <a:ea typeface="Plus Jakarta Sans"/>
                    <a:cs typeface="Plus Jakarta Sans"/>
                    <a:sym typeface="Plus Jakarta Sans"/>
                  </a:rPr>
                  <a:t>Features</a:t>
                </a:r>
                <a:endParaRPr i="0" sz="552" u="none" cap="none" strike="noStrike">
                  <a:solidFill>
                    <a:srgbClr val="000000"/>
                  </a:solidFill>
                  <a:latin typeface="Plus Jakarta Sans"/>
                  <a:ea typeface="Plus Jakarta Sans"/>
                  <a:cs typeface="Plus Jakarta Sans"/>
                  <a:sym typeface="Plus Jakarta Sans"/>
                </a:endParaRPr>
              </a:p>
            </p:txBody>
          </p:sp>
        </p:grpSp>
        <p:grpSp>
          <p:nvGrpSpPr>
            <p:cNvPr id="432" name="Google Shape;432;p50"/>
            <p:cNvGrpSpPr/>
            <p:nvPr/>
          </p:nvGrpSpPr>
          <p:grpSpPr>
            <a:xfrm>
              <a:off x="787400" y="2528163"/>
              <a:ext cx="4267100" cy="812700"/>
              <a:chOff x="0" y="-232914"/>
              <a:chExt cx="4267100" cy="812700"/>
            </a:xfrm>
          </p:grpSpPr>
          <p:sp>
            <p:nvSpPr>
              <p:cNvPr id="433" name="Google Shape;433;p50"/>
              <p:cNvSpPr/>
              <p:nvPr/>
            </p:nvSpPr>
            <p:spPr>
              <a:xfrm>
                <a:off x="939800" y="-100834"/>
                <a:ext cx="3327300" cy="548700"/>
              </a:xfrm>
              <a:prstGeom prst="rect">
                <a:avLst/>
              </a:prstGeom>
              <a:noFill/>
              <a:ln>
                <a:noFill/>
              </a:ln>
            </p:spPr>
            <p:txBody>
              <a:bodyPr anchorCtr="0" anchor="ctr" bIns="18050" lIns="18050" spcFirstLastPara="1" rIns="18050" wrap="square" tIns="18050">
                <a:noAutofit/>
              </a:bodyPr>
              <a:lstStyle/>
              <a:p>
                <a:pPr indent="0" lvl="0" marL="0" marR="0" rtl="0" algn="l">
                  <a:lnSpc>
                    <a:spcPct val="120000"/>
                  </a:lnSpc>
                  <a:spcBef>
                    <a:spcPts val="0"/>
                  </a:spcBef>
                  <a:spcAft>
                    <a:spcPts val="0"/>
                  </a:spcAft>
                  <a:buClr>
                    <a:srgbClr val="595457"/>
                  </a:buClr>
                  <a:buSzPts val="296"/>
                  <a:buFont typeface="Montserrat Light"/>
                  <a:buNone/>
                </a:pPr>
                <a:r>
                  <a:rPr i="0" lang="en-GB" sz="1184" u="none" cap="none" strike="noStrike">
                    <a:solidFill>
                      <a:srgbClr val="595457"/>
                    </a:solidFill>
                    <a:latin typeface="Plus Jakarta Sans"/>
                    <a:ea typeface="Plus Jakarta Sans"/>
                    <a:cs typeface="Plus Jakarta Sans"/>
                    <a:sym typeface="Plus Jakarta Sans"/>
                  </a:rPr>
                  <a:t>5x Design Apps</a:t>
                </a:r>
                <a:endParaRPr i="0" sz="552" u="none" cap="none" strike="noStrike">
                  <a:solidFill>
                    <a:srgbClr val="000000"/>
                  </a:solidFill>
                  <a:latin typeface="Plus Jakarta Sans"/>
                  <a:ea typeface="Plus Jakarta Sans"/>
                  <a:cs typeface="Plus Jakarta Sans"/>
                  <a:sym typeface="Plus Jakarta Sans"/>
                </a:endParaRPr>
              </a:p>
            </p:txBody>
          </p:sp>
          <p:sp>
            <p:nvSpPr>
              <p:cNvPr id="434" name="Google Shape;434;p50"/>
              <p:cNvSpPr/>
              <p:nvPr/>
            </p:nvSpPr>
            <p:spPr>
              <a:xfrm>
                <a:off x="0" y="-232914"/>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16"/>
                  <a:buFont typeface="Arial"/>
                  <a:buNone/>
                </a:pPr>
                <a:r>
                  <a:rPr i="0" lang="en-GB" sz="1263" u="none" cap="none" strike="noStrike">
                    <a:solidFill>
                      <a:srgbClr val="151314"/>
                    </a:solidFill>
                    <a:latin typeface="Plus Jakarta Sans"/>
                    <a:ea typeface="Plus Jakarta Sans"/>
                    <a:cs typeface="Plus Jakarta Sans"/>
                    <a:sym typeface="Plus Jakarta Sans"/>
                  </a:rPr>
                  <a:t></a:t>
                </a:r>
                <a:endParaRPr i="0" sz="552" u="none" cap="none" strike="noStrike">
                  <a:solidFill>
                    <a:srgbClr val="000000"/>
                  </a:solidFill>
                  <a:latin typeface="Plus Jakarta Sans"/>
                  <a:ea typeface="Plus Jakarta Sans"/>
                  <a:cs typeface="Plus Jakarta Sans"/>
                  <a:sym typeface="Plus Jakarta Sans"/>
                </a:endParaRPr>
              </a:p>
            </p:txBody>
          </p:sp>
        </p:grpSp>
        <p:grpSp>
          <p:nvGrpSpPr>
            <p:cNvPr id="435" name="Google Shape;435;p50"/>
            <p:cNvGrpSpPr/>
            <p:nvPr/>
          </p:nvGrpSpPr>
          <p:grpSpPr>
            <a:xfrm>
              <a:off x="787400" y="3222203"/>
              <a:ext cx="4267100" cy="812700"/>
              <a:chOff x="0" y="-232914"/>
              <a:chExt cx="4267100" cy="812700"/>
            </a:xfrm>
          </p:grpSpPr>
          <p:sp>
            <p:nvSpPr>
              <p:cNvPr id="436" name="Google Shape;436;p50"/>
              <p:cNvSpPr/>
              <p:nvPr/>
            </p:nvSpPr>
            <p:spPr>
              <a:xfrm>
                <a:off x="939800" y="-100834"/>
                <a:ext cx="3327300" cy="548700"/>
              </a:xfrm>
              <a:prstGeom prst="rect">
                <a:avLst/>
              </a:prstGeom>
              <a:noFill/>
              <a:ln>
                <a:noFill/>
              </a:ln>
            </p:spPr>
            <p:txBody>
              <a:bodyPr anchorCtr="0" anchor="ctr" bIns="18050" lIns="18050" spcFirstLastPara="1" rIns="18050" wrap="square" tIns="18050">
                <a:noAutofit/>
              </a:bodyPr>
              <a:lstStyle/>
              <a:p>
                <a:pPr indent="0" lvl="0" marL="0" marR="0" rtl="0" algn="l">
                  <a:lnSpc>
                    <a:spcPct val="120000"/>
                  </a:lnSpc>
                  <a:spcBef>
                    <a:spcPts val="0"/>
                  </a:spcBef>
                  <a:spcAft>
                    <a:spcPts val="0"/>
                  </a:spcAft>
                  <a:buClr>
                    <a:srgbClr val="595457"/>
                  </a:buClr>
                  <a:buSzPts val="296"/>
                  <a:buFont typeface="Montserrat Light"/>
                  <a:buNone/>
                </a:pPr>
                <a:r>
                  <a:rPr i="0" lang="en-GB" sz="1184" u="none" cap="none" strike="noStrike">
                    <a:solidFill>
                      <a:srgbClr val="595457"/>
                    </a:solidFill>
                    <a:latin typeface="Plus Jakarta Sans"/>
                    <a:ea typeface="Plus Jakarta Sans"/>
                    <a:cs typeface="Plus Jakarta Sans"/>
                    <a:sym typeface="Plus Jakarta Sans"/>
                  </a:rPr>
                  <a:t>Grama the Mirs</a:t>
                </a:r>
                <a:endParaRPr i="0" sz="552" u="none" cap="none" strike="noStrike">
                  <a:solidFill>
                    <a:srgbClr val="000000"/>
                  </a:solidFill>
                  <a:latin typeface="Plus Jakarta Sans"/>
                  <a:ea typeface="Plus Jakarta Sans"/>
                  <a:cs typeface="Plus Jakarta Sans"/>
                  <a:sym typeface="Plus Jakarta Sans"/>
                </a:endParaRPr>
              </a:p>
            </p:txBody>
          </p:sp>
          <p:sp>
            <p:nvSpPr>
              <p:cNvPr id="437" name="Google Shape;437;p50"/>
              <p:cNvSpPr/>
              <p:nvPr/>
            </p:nvSpPr>
            <p:spPr>
              <a:xfrm>
                <a:off x="0" y="-232914"/>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16"/>
                  <a:buFont typeface="Arial"/>
                  <a:buNone/>
                </a:pPr>
                <a:r>
                  <a:rPr i="0" lang="en-GB" sz="1263" u="none" cap="none" strike="noStrike">
                    <a:solidFill>
                      <a:srgbClr val="151314"/>
                    </a:solidFill>
                    <a:latin typeface="Plus Jakarta Sans"/>
                    <a:ea typeface="Plus Jakarta Sans"/>
                    <a:cs typeface="Plus Jakarta Sans"/>
                    <a:sym typeface="Plus Jakarta Sans"/>
                  </a:rPr>
                  <a:t></a:t>
                </a:r>
                <a:endParaRPr i="0" sz="552" u="none" cap="none" strike="noStrike">
                  <a:solidFill>
                    <a:srgbClr val="000000"/>
                  </a:solidFill>
                  <a:latin typeface="Plus Jakarta Sans"/>
                  <a:ea typeface="Plus Jakarta Sans"/>
                  <a:cs typeface="Plus Jakarta Sans"/>
                  <a:sym typeface="Plus Jakarta Sans"/>
                </a:endParaRPr>
              </a:p>
            </p:txBody>
          </p:sp>
        </p:grpSp>
        <p:grpSp>
          <p:nvGrpSpPr>
            <p:cNvPr id="438" name="Google Shape;438;p50"/>
            <p:cNvGrpSpPr/>
            <p:nvPr/>
          </p:nvGrpSpPr>
          <p:grpSpPr>
            <a:xfrm>
              <a:off x="787400" y="3916241"/>
              <a:ext cx="4267100" cy="812700"/>
              <a:chOff x="0" y="-232914"/>
              <a:chExt cx="4267100" cy="812700"/>
            </a:xfrm>
          </p:grpSpPr>
          <p:sp>
            <p:nvSpPr>
              <p:cNvPr id="439" name="Google Shape;439;p50"/>
              <p:cNvSpPr/>
              <p:nvPr/>
            </p:nvSpPr>
            <p:spPr>
              <a:xfrm>
                <a:off x="939800" y="-100834"/>
                <a:ext cx="3327300" cy="548700"/>
              </a:xfrm>
              <a:prstGeom prst="rect">
                <a:avLst/>
              </a:prstGeom>
              <a:noFill/>
              <a:ln>
                <a:noFill/>
              </a:ln>
            </p:spPr>
            <p:txBody>
              <a:bodyPr anchorCtr="0" anchor="ctr" bIns="18050" lIns="18050" spcFirstLastPara="1" rIns="18050" wrap="square" tIns="18050">
                <a:noAutofit/>
              </a:bodyPr>
              <a:lstStyle/>
              <a:p>
                <a:pPr indent="0" lvl="0" marL="0" marR="0" rtl="0" algn="l">
                  <a:lnSpc>
                    <a:spcPct val="120000"/>
                  </a:lnSpc>
                  <a:spcBef>
                    <a:spcPts val="0"/>
                  </a:spcBef>
                  <a:spcAft>
                    <a:spcPts val="0"/>
                  </a:spcAft>
                  <a:buClr>
                    <a:srgbClr val="595457"/>
                  </a:buClr>
                  <a:buSzPts val="296"/>
                  <a:buFont typeface="Montserrat Light"/>
                  <a:buNone/>
                </a:pPr>
                <a:r>
                  <a:rPr i="0" lang="en-GB" sz="1184" u="none" cap="none" strike="noStrike">
                    <a:solidFill>
                      <a:srgbClr val="595457"/>
                    </a:solidFill>
                    <a:latin typeface="Plus Jakarta Sans"/>
                    <a:ea typeface="Plus Jakarta Sans"/>
                    <a:cs typeface="Plus Jakarta Sans"/>
                    <a:sym typeface="Plus Jakarta Sans"/>
                  </a:rPr>
                  <a:t>Dra fira eta lorua</a:t>
                </a:r>
                <a:endParaRPr i="0" sz="552" u="none" cap="none" strike="noStrike">
                  <a:solidFill>
                    <a:srgbClr val="000000"/>
                  </a:solidFill>
                  <a:latin typeface="Plus Jakarta Sans"/>
                  <a:ea typeface="Plus Jakarta Sans"/>
                  <a:cs typeface="Plus Jakarta Sans"/>
                  <a:sym typeface="Plus Jakarta Sans"/>
                </a:endParaRPr>
              </a:p>
            </p:txBody>
          </p:sp>
          <p:sp>
            <p:nvSpPr>
              <p:cNvPr id="440" name="Google Shape;440;p50"/>
              <p:cNvSpPr/>
              <p:nvPr/>
            </p:nvSpPr>
            <p:spPr>
              <a:xfrm>
                <a:off x="0" y="-232914"/>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16"/>
                  <a:buFont typeface="Arial"/>
                  <a:buNone/>
                </a:pPr>
                <a:r>
                  <a:rPr i="0" lang="en-GB" sz="1263" u="none" cap="none" strike="noStrike">
                    <a:solidFill>
                      <a:srgbClr val="151314"/>
                    </a:solidFill>
                    <a:latin typeface="Plus Jakarta Sans"/>
                    <a:ea typeface="Plus Jakarta Sans"/>
                    <a:cs typeface="Plus Jakarta Sans"/>
                    <a:sym typeface="Plus Jakarta Sans"/>
                  </a:rPr>
                  <a:t></a:t>
                </a:r>
                <a:endParaRPr i="0" sz="552" u="none" cap="none" strike="noStrike">
                  <a:solidFill>
                    <a:srgbClr val="000000"/>
                  </a:solidFill>
                  <a:latin typeface="Plus Jakarta Sans"/>
                  <a:ea typeface="Plus Jakarta Sans"/>
                  <a:cs typeface="Plus Jakarta Sans"/>
                  <a:sym typeface="Plus Jakarta Sans"/>
                </a:endParaRPr>
              </a:p>
            </p:txBody>
          </p:sp>
        </p:grpSp>
        <p:grpSp>
          <p:nvGrpSpPr>
            <p:cNvPr id="441" name="Google Shape;441;p50"/>
            <p:cNvGrpSpPr/>
            <p:nvPr/>
          </p:nvGrpSpPr>
          <p:grpSpPr>
            <a:xfrm>
              <a:off x="787400" y="4610280"/>
              <a:ext cx="4267100" cy="812700"/>
              <a:chOff x="0" y="-232914"/>
              <a:chExt cx="4267100" cy="812700"/>
            </a:xfrm>
          </p:grpSpPr>
          <p:sp>
            <p:nvSpPr>
              <p:cNvPr id="442" name="Google Shape;442;p50"/>
              <p:cNvSpPr/>
              <p:nvPr/>
            </p:nvSpPr>
            <p:spPr>
              <a:xfrm>
                <a:off x="939800" y="-100834"/>
                <a:ext cx="3327300" cy="548700"/>
              </a:xfrm>
              <a:prstGeom prst="rect">
                <a:avLst/>
              </a:prstGeom>
              <a:noFill/>
              <a:ln>
                <a:noFill/>
              </a:ln>
            </p:spPr>
            <p:txBody>
              <a:bodyPr anchorCtr="0" anchor="ctr" bIns="18050" lIns="18050" spcFirstLastPara="1" rIns="18050" wrap="square" tIns="18050">
                <a:noAutofit/>
              </a:bodyPr>
              <a:lstStyle/>
              <a:p>
                <a:pPr indent="0" lvl="0" marL="0" marR="0" rtl="0" algn="ctr">
                  <a:lnSpc>
                    <a:spcPct val="120000"/>
                  </a:lnSpc>
                  <a:spcBef>
                    <a:spcPts val="0"/>
                  </a:spcBef>
                  <a:spcAft>
                    <a:spcPts val="0"/>
                  </a:spcAft>
                  <a:buClr>
                    <a:srgbClr val="595457"/>
                  </a:buClr>
                  <a:buSzPts val="296"/>
                  <a:buFont typeface="Montserrat Light"/>
                  <a:buNone/>
                </a:pPr>
                <a:r>
                  <a:rPr i="0" lang="en-GB" sz="1184" u="none" cap="none" strike="noStrike">
                    <a:solidFill>
                      <a:srgbClr val="595457"/>
                    </a:solidFill>
                    <a:latin typeface="Plus Jakarta Sans"/>
                    <a:ea typeface="Plus Jakarta Sans"/>
                    <a:cs typeface="Plus Jakarta Sans"/>
                    <a:sym typeface="Plus Jakarta Sans"/>
                  </a:rPr>
                  <a:t>25+ Ferts brasdo</a:t>
                </a:r>
                <a:endParaRPr i="0" sz="552" u="none" cap="none" strike="noStrike">
                  <a:solidFill>
                    <a:srgbClr val="000000"/>
                  </a:solidFill>
                  <a:latin typeface="Plus Jakarta Sans"/>
                  <a:ea typeface="Plus Jakarta Sans"/>
                  <a:cs typeface="Plus Jakarta Sans"/>
                  <a:sym typeface="Plus Jakarta Sans"/>
                </a:endParaRPr>
              </a:p>
            </p:txBody>
          </p:sp>
          <p:sp>
            <p:nvSpPr>
              <p:cNvPr id="443" name="Google Shape;443;p50"/>
              <p:cNvSpPr/>
              <p:nvPr/>
            </p:nvSpPr>
            <p:spPr>
              <a:xfrm>
                <a:off x="0" y="-232914"/>
                <a:ext cx="812700" cy="81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1314"/>
                  </a:buClr>
                  <a:buSzPts val="316"/>
                  <a:buFont typeface="Arial"/>
                  <a:buNone/>
                </a:pPr>
                <a:r>
                  <a:rPr i="0" lang="en-GB" sz="1263" u="none" cap="none" strike="noStrike">
                    <a:solidFill>
                      <a:srgbClr val="151314"/>
                    </a:solidFill>
                    <a:latin typeface="Plus Jakarta Sans"/>
                    <a:ea typeface="Plus Jakarta Sans"/>
                    <a:cs typeface="Plus Jakarta Sans"/>
                    <a:sym typeface="Plus Jakarta Sans"/>
                  </a:rPr>
                  <a:t></a:t>
                </a:r>
                <a:endParaRPr i="0" sz="552" u="none" cap="none" strike="noStrike">
                  <a:solidFill>
                    <a:srgbClr val="000000"/>
                  </a:solidFill>
                  <a:latin typeface="Plus Jakarta Sans"/>
                  <a:ea typeface="Plus Jakarta Sans"/>
                  <a:cs typeface="Plus Jakarta Sans"/>
                  <a:sym typeface="Plus Jakarta Sans"/>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1"/>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2"/>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2"/>
          <p:cNvSpPr/>
          <p:nvPr>
            <p:ph idx="2" type="pic"/>
          </p:nvPr>
        </p:nvSpPr>
        <p:spPr>
          <a:xfrm>
            <a:off x="4599450" y="1124475"/>
            <a:ext cx="2480400" cy="2986800"/>
          </a:xfrm>
          <a:prstGeom prst="roundRect">
            <a:avLst>
              <a:gd fmla="val 16667" name="adj"/>
            </a:avLst>
          </a:prstGeom>
        </p:spPr>
      </p:sp>
      <p:sp>
        <p:nvSpPr>
          <p:cNvPr id="455" name="Google Shape;455;p52"/>
          <p:cNvSpPr/>
          <p:nvPr>
            <p:ph idx="3" type="pic"/>
          </p:nvPr>
        </p:nvSpPr>
        <p:spPr>
          <a:xfrm>
            <a:off x="7354325" y="2136500"/>
            <a:ext cx="942600" cy="1875300"/>
          </a:xfrm>
          <a:prstGeom prst="roundRect">
            <a:avLst>
              <a:gd fmla="val 16667" name="adj"/>
            </a:avLst>
          </a:prstGeom>
        </p:spPr>
      </p:sp>
      <p:pic>
        <p:nvPicPr>
          <p:cNvPr id="456" name="Google Shape;456;p52"/>
          <p:cNvPicPr preferRelativeResize="0"/>
          <p:nvPr/>
        </p:nvPicPr>
        <p:blipFill>
          <a:blip r:embed="rId3">
            <a:alphaModFix/>
          </a:blip>
          <a:stretch>
            <a:fillRect/>
          </a:stretch>
        </p:blipFill>
        <p:spPr>
          <a:xfrm>
            <a:off x="676737" y="3245674"/>
            <a:ext cx="489726" cy="489726"/>
          </a:xfrm>
          <a:prstGeom prst="rect">
            <a:avLst/>
          </a:prstGeom>
          <a:noFill/>
          <a:ln>
            <a:noFill/>
          </a:ln>
        </p:spPr>
      </p:pic>
      <p:pic>
        <p:nvPicPr>
          <p:cNvPr id="457" name="Google Shape;457;p52"/>
          <p:cNvPicPr preferRelativeResize="0"/>
          <p:nvPr/>
        </p:nvPicPr>
        <p:blipFill>
          <a:blip r:embed="rId4">
            <a:alphaModFix/>
          </a:blip>
          <a:stretch>
            <a:fillRect/>
          </a:stretch>
        </p:blipFill>
        <p:spPr>
          <a:xfrm>
            <a:off x="635251" y="2201699"/>
            <a:ext cx="572700" cy="572700"/>
          </a:xfrm>
          <a:prstGeom prst="rect">
            <a:avLst/>
          </a:prstGeom>
          <a:noFill/>
          <a:ln>
            <a:noFill/>
          </a:ln>
        </p:spPr>
      </p:pic>
      <p:sp>
        <p:nvSpPr>
          <p:cNvPr id="458" name="Google Shape;458;p52"/>
          <p:cNvSpPr txBox="1"/>
          <p:nvPr/>
        </p:nvSpPr>
        <p:spPr>
          <a:xfrm>
            <a:off x="1420900" y="3124763"/>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459" name="Google Shape;459;p52"/>
          <p:cNvSpPr txBox="1"/>
          <p:nvPr/>
        </p:nvSpPr>
        <p:spPr>
          <a:xfrm>
            <a:off x="1420900" y="3283600"/>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Sanctus est Lorem sus  ipsusitn druamet. Lorem esomdo ipsos.</a:t>
            </a:r>
            <a:endParaRPr sz="1100">
              <a:solidFill>
                <a:srgbClr val="595457"/>
              </a:solidFill>
              <a:latin typeface="Plus Jakarta Sans"/>
              <a:ea typeface="Plus Jakarta Sans"/>
              <a:cs typeface="Plus Jakarta Sans"/>
              <a:sym typeface="Plus Jakarta Sans"/>
            </a:endParaRPr>
          </a:p>
        </p:txBody>
      </p:sp>
      <p:sp>
        <p:nvSpPr>
          <p:cNvPr id="460" name="Google Shape;460;p52"/>
          <p:cNvSpPr txBox="1"/>
          <p:nvPr/>
        </p:nvSpPr>
        <p:spPr>
          <a:xfrm>
            <a:off x="1464175" y="2201688"/>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Enoa jasomds</a:t>
            </a:r>
            <a:endParaRPr b="1" sz="1800">
              <a:solidFill>
                <a:schemeClr val="dk2"/>
              </a:solidFill>
              <a:latin typeface="Plus Jakarta Sans"/>
              <a:ea typeface="Plus Jakarta Sans"/>
              <a:cs typeface="Plus Jakarta Sans"/>
              <a:sym typeface="Plus Jakarta Sans"/>
            </a:endParaRPr>
          </a:p>
        </p:txBody>
      </p:sp>
      <p:sp>
        <p:nvSpPr>
          <p:cNvPr id="461" name="Google Shape;461;p52"/>
          <p:cNvSpPr txBox="1"/>
          <p:nvPr/>
        </p:nvSpPr>
        <p:spPr>
          <a:xfrm>
            <a:off x="1464175" y="2360525"/>
            <a:ext cx="2731800" cy="572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Sanctus est Lorem sus  ipsusitn druamet. Lorem esomdo ipsos.</a:t>
            </a:r>
            <a:endParaRPr sz="1100">
              <a:solidFill>
                <a:srgbClr val="595457"/>
              </a:solidFill>
              <a:latin typeface="Plus Jakarta Sans"/>
              <a:ea typeface="Plus Jakarta Sans"/>
              <a:cs typeface="Plus Jakarta Sans"/>
              <a:sym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3"/>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3"/>
          <p:cNvSpPr txBox="1"/>
          <p:nvPr/>
        </p:nvSpPr>
        <p:spPr>
          <a:xfrm>
            <a:off x="4601322" y="977875"/>
            <a:ext cx="4018500" cy="6204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Forem esoma ipsum dolor sit amet, derasd fronda cons oetur sadipscing elitromas. Sed diam dnie nonumy.</a:t>
            </a:r>
            <a:endParaRPr sz="1800">
              <a:solidFill>
                <a:schemeClr val="dk2"/>
              </a:solidFill>
              <a:latin typeface="Plus Jakarta Sans"/>
              <a:ea typeface="Plus Jakarta Sans"/>
              <a:cs typeface="Plus Jakarta Sans"/>
              <a:sym typeface="Plus Jakarta Sans"/>
            </a:endParaRPr>
          </a:p>
        </p:txBody>
      </p:sp>
      <p:grpSp>
        <p:nvGrpSpPr>
          <p:cNvPr id="468" name="Google Shape;468;p53"/>
          <p:cNvGrpSpPr/>
          <p:nvPr/>
        </p:nvGrpSpPr>
        <p:grpSpPr>
          <a:xfrm>
            <a:off x="648005" y="2235513"/>
            <a:ext cx="529766" cy="529766"/>
            <a:chOff x="1222725" y="2101263"/>
            <a:chExt cx="671100" cy="671100"/>
          </a:xfrm>
        </p:grpSpPr>
        <p:sp>
          <p:nvSpPr>
            <p:cNvPr id="469" name="Google Shape;469;p53"/>
            <p:cNvSpPr/>
            <p:nvPr/>
          </p:nvSpPr>
          <p:spPr>
            <a:xfrm>
              <a:off x="1222725" y="2101263"/>
              <a:ext cx="671100" cy="671100"/>
            </a:xfrm>
            <a:prstGeom prst="ellipse">
              <a:avLst/>
            </a:prstGeom>
            <a:solidFill>
              <a:srgbClr val="DFDFDF"/>
            </a:solidFill>
            <a:ln cap="flat" cmpd="sng" w="4000">
              <a:solidFill>
                <a:srgbClr val="595959"/>
              </a:solidFill>
              <a:prstDash val="solid"/>
              <a:round/>
              <a:headEnd len="sm" w="sm" type="none"/>
              <a:tailEnd len="sm" w="sm" type="none"/>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latin typeface="Plus Jakarta Sans"/>
                <a:ea typeface="Plus Jakarta Sans"/>
                <a:cs typeface="Plus Jakarta Sans"/>
                <a:sym typeface="Plus Jakarta Sans"/>
              </a:endParaRPr>
            </a:p>
          </p:txBody>
        </p:sp>
        <p:sp>
          <p:nvSpPr>
            <p:cNvPr id="470" name="Google Shape;470;p53"/>
            <p:cNvSpPr/>
            <p:nvPr/>
          </p:nvSpPr>
          <p:spPr>
            <a:xfrm>
              <a:off x="1290713" y="2213512"/>
              <a:ext cx="535119" cy="446620"/>
            </a:xfrm>
            <a:custGeom>
              <a:rect b="b" l="l" r="r" t="t"/>
              <a:pathLst>
                <a:path extrusionOk="0" h="21542" w="21508">
                  <a:moveTo>
                    <a:pt x="21409" y="5972"/>
                  </a:moveTo>
                  <a:lnTo>
                    <a:pt x="19763" y="8186"/>
                  </a:lnTo>
                  <a:lnTo>
                    <a:pt x="18666" y="10220"/>
                  </a:lnTo>
                  <a:cubicBezTo>
                    <a:pt x="18473" y="10526"/>
                    <a:pt x="18266" y="10760"/>
                    <a:pt x="18029" y="10994"/>
                  </a:cubicBezTo>
                  <a:cubicBezTo>
                    <a:pt x="17732" y="11282"/>
                    <a:pt x="17421" y="11498"/>
                    <a:pt x="17080" y="11678"/>
                  </a:cubicBezTo>
                  <a:cubicBezTo>
                    <a:pt x="16887" y="11768"/>
                    <a:pt x="16680" y="11840"/>
                    <a:pt x="16472" y="11894"/>
                  </a:cubicBezTo>
                  <a:cubicBezTo>
                    <a:pt x="16472" y="11894"/>
                    <a:pt x="16472" y="11894"/>
                    <a:pt x="16457" y="11894"/>
                  </a:cubicBezTo>
                  <a:cubicBezTo>
                    <a:pt x="16264" y="11930"/>
                    <a:pt x="16087" y="11984"/>
                    <a:pt x="15879" y="11984"/>
                  </a:cubicBezTo>
                  <a:cubicBezTo>
                    <a:pt x="16087" y="11984"/>
                    <a:pt x="16279" y="11930"/>
                    <a:pt x="16472" y="11894"/>
                  </a:cubicBezTo>
                  <a:cubicBezTo>
                    <a:pt x="16472" y="11894"/>
                    <a:pt x="16472" y="11894"/>
                    <a:pt x="16487" y="11894"/>
                  </a:cubicBezTo>
                  <a:lnTo>
                    <a:pt x="17273" y="12848"/>
                  </a:lnTo>
                  <a:cubicBezTo>
                    <a:pt x="17273" y="12848"/>
                    <a:pt x="17273" y="12866"/>
                    <a:pt x="17287" y="12866"/>
                  </a:cubicBezTo>
                  <a:cubicBezTo>
                    <a:pt x="17539" y="13172"/>
                    <a:pt x="17717" y="13586"/>
                    <a:pt x="17717" y="14054"/>
                  </a:cubicBezTo>
                  <a:cubicBezTo>
                    <a:pt x="17717" y="14972"/>
                    <a:pt x="17110" y="15692"/>
                    <a:pt x="16368" y="15692"/>
                  </a:cubicBezTo>
                  <a:cubicBezTo>
                    <a:pt x="16294" y="15692"/>
                    <a:pt x="16220" y="15692"/>
                    <a:pt x="16131" y="15674"/>
                  </a:cubicBezTo>
                  <a:cubicBezTo>
                    <a:pt x="16146" y="15782"/>
                    <a:pt x="16146" y="15872"/>
                    <a:pt x="16146" y="15980"/>
                  </a:cubicBezTo>
                  <a:cubicBezTo>
                    <a:pt x="16146" y="16898"/>
                    <a:pt x="15538" y="17618"/>
                    <a:pt x="14797" y="17618"/>
                  </a:cubicBezTo>
                  <a:cubicBezTo>
                    <a:pt x="14708" y="17618"/>
                    <a:pt x="14619" y="17618"/>
                    <a:pt x="14545" y="17600"/>
                  </a:cubicBezTo>
                  <a:cubicBezTo>
                    <a:pt x="14545" y="17690"/>
                    <a:pt x="14560" y="17780"/>
                    <a:pt x="14560" y="17888"/>
                  </a:cubicBezTo>
                  <a:cubicBezTo>
                    <a:pt x="14560" y="18788"/>
                    <a:pt x="13952" y="19526"/>
                    <a:pt x="13211" y="19526"/>
                  </a:cubicBezTo>
                  <a:cubicBezTo>
                    <a:pt x="13136" y="19526"/>
                    <a:pt x="13062" y="19526"/>
                    <a:pt x="12973" y="19508"/>
                  </a:cubicBezTo>
                  <a:cubicBezTo>
                    <a:pt x="12988" y="19616"/>
                    <a:pt x="12988" y="19706"/>
                    <a:pt x="12988" y="19814"/>
                  </a:cubicBezTo>
                  <a:cubicBezTo>
                    <a:pt x="12988" y="20714"/>
                    <a:pt x="12395" y="21452"/>
                    <a:pt x="11639" y="21452"/>
                  </a:cubicBezTo>
                  <a:cubicBezTo>
                    <a:pt x="11254" y="21452"/>
                    <a:pt x="10898" y="21236"/>
                    <a:pt x="10646" y="20912"/>
                  </a:cubicBezTo>
                  <a:cubicBezTo>
                    <a:pt x="10616" y="20894"/>
                    <a:pt x="10601" y="20876"/>
                    <a:pt x="10587" y="20858"/>
                  </a:cubicBezTo>
                  <a:lnTo>
                    <a:pt x="9430" y="19436"/>
                  </a:lnTo>
                  <a:lnTo>
                    <a:pt x="8215" y="20912"/>
                  </a:lnTo>
                  <a:cubicBezTo>
                    <a:pt x="7977" y="21308"/>
                    <a:pt x="7607" y="21542"/>
                    <a:pt x="7177" y="21542"/>
                  </a:cubicBezTo>
                  <a:cubicBezTo>
                    <a:pt x="6450" y="21542"/>
                    <a:pt x="5887" y="20822"/>
                    <a:pt x="5887" y="19958"/>
                  </a:cubicBezTo>
                  <a:cubicBezTo>
                    <a:pt x="5887" y="19832"/>
                    <a:pt x="5887" y="19706"/>
                    <a:pt x="5917" y="19580"/>
                  </a:cubicBezTo>
                  <a:cubicBezTo>
                    <a:pt x="5813" y="19598"/>
                    <a:pt x="5709" y="19616"/>
                    <a:pt x="5590" y="19616"/>
                  </a:cubicBezTo>
                  <a:cubicBezTo>
                    <a:pt x="4864" y="19616"/>
                    <a:pt x="4301" y="18896"/>
                    <a:pt x="4301" y="18032"/>
                  </a:cubicBezTo>
                  <a:cubicBezTo>
                    <a:pt x="4301" y="17906"/>
                    <a:pt x="4301" y="17798"/>
                    <a:pt x="4330" y="17690"/>
                  </a:cubicBezTo>
                  <a:cubicBezTo>
                    <a:pt x="4227" y="17708"/>
                    <a:pt x="4123" y="17726"/>
                    <a:pt x="4004" y="17726"/>
                  </a:cubicBezTo>
                  <a:cubicBezTo>
                    <a:pt x="3278" y="17726"/>
                    <a:pt x="2714" y="17024"/>
                    <a:pt x="2714" y="16160"/>
                  </a:cubicBezTo>
                  <a:cubicBezTo>
                    <a:pt x="2714" y="16016"/>
                    <a:pt x="2714" y="15890"/>
                    <a:pt x="2744" y="15782"/>
                  </a:cubicBezTo>
                  <a:cubicBezTo>
                    <a:pt x="2655" y="15800"/>
                    <a:pt x="2566" y="15800"/>
                    <a:pt x="2477" y="15800"/>
                  </a:cubicBezTo>
                  <a:cubicBezTo>
                    <a:pt x="1751" y="15800"/>
                    <a:pt x="1173" y="15098"/>
                    <a:pt x="1173" y="14234"/>
                  </a:cubicBezTo>
                  <a:cubicBezTo>
                    <a:pt x="1173" y="13910"/>
                    <a:pt x="1262" y="13586"/>
                    <a:pt x="1410" y="13316"/>
                  </a:cubicBezTo>
                  <a:cubicBezTo>
                    <a:pt x="1410" y="13298"/>
                    <a:pt x="1410" y="13280"/>
                    <a:pt x="1425" y="13280"/>
                  </a:cubicBezTo>
                  <a:cubicBezTo>
                    <a:pt x="1439" y="13262"/>
                    <a:pt x="1484" y="13208"/>
                    <a:pt x="1514" y="13172"/>
                  </a:cubicBezTo>
                  <a:cubicBezTo>
                    <a:pt x="1543" y="13118"/>
                    <a:pt x="1573" y="13064"/>
                    <a:pt x="1617" y="13028"/>
                  </a:cubicBezTo>
                  <a:cubicBezTo>
                    <a:pt x="1958" y="12578"/>
                    <a:pt x="2522" y="11930"/>
                    <a:pt x="2907" y="11480"/>
                  </a:cubicBezTo>
                  <a:lnTo>
                    <a:pt x="135" y="8150"/>
                  </a:lnTo>
                  <a:cubicBezTo>
                    <a:pt x="1" y="7970"/>
                    <a:pt x="-43" y="7736"/>
                    <a:pt x="46" y="7610"/>
                  </a:cubicBezTo>
                  <a:cubicBezTo>
                    <a:pt x="165" y="7502"/>
                    <a:pt x="342" y="7538"/>
                    <a:pt x="491" y="7718"/>
                  </a:cubicBezTo>
                  <a:lnTo>
                    <a:pt x="3263" y="11048"/>
                  </a:lnTo>
                  <a:cubicBezTo>
                    <a:pt x="3485" y="10742"/>
                    <a:pt x="3826" y="10544"/>
                    <a:pt x="4212" y="10544"/>
                  </a:cubicBezTo>
                  <a:cubicBezTo>
                    <a:pt x="4938" y="10544"/>
                    <a:pt x="5502" y="11264"/>
                    <a:pt x="5502" y="12128"/>
                  </a:cubicBezTo>
                  <a:cubicBezTo>
                    <a:pt x="5502" y="12254"/>
                    <a:pt x="5502" y="12380"/>
                    <a:pt x="5472" y="12488"/>
                  </a:cubicBezTo>
                  <a:cubicBezTo>
                    <a:pt x="5561" y="12470"/>
                    <a:pt x="5650" y="12470"/>
                    <a:pt x="5739" y="12470"/>
                  </a:cubicBezTo>
                  <a:cubicBezTo>
                    <a:pt x="6465" y="12470"/>
                    <a:pt x="7043" y="13190"/>
                    <a:pt x="7043" y="14054"/>
                  </a:cubicBezTo>
                  <a:cubicBezTo>
                    <a:pt x="7043" y="14180"/>
                    <a:pt x="7043" y="14288"/>
                    <a:pt x="6999" y="14396"/>
                  </a:cubicBezTo>
                  <a:cubicBezTo>
                    <a:pt x="7117" y="14378"/>
                    <a:pt x="7221" y="14360"/>
                    <a:pt x="7325" y="14360"/>
                  </a:cubicBezTo>
                  <a:cubicBezTo>
                    <a:pt x="8051" y="14360"/>
                    <a:pt x="8630" y="15080"/>
                    <a:pt x="8630" y="15944"/>
                  </a:cubicBezTo>
                  <a:cubicBezTo>
                    <a:pt x="8630" y="16070"/>
                    <a:pt x="8630" y="16196"/>
                    <a:pt x="8585" y="16322"/>
                  </a:cubicBezTo>
                  <a:cubicBezTo>
                    <a:pt x="8704" y="16304"/>
                    <a:pt x="8808" y="16286"/>
                    <a:pt x="8911" y="16286"/>
                  </a:cubicBezTo>
                  <a:cubicBezTo>
                    <a:pt x="9638" y="16286"/>
                    <a:pt x="10216" y="17006"/>
                    <a:pt x="10216" y="17870"/>
                  </a:cubicBezTo>
                  <a:cubicBezTo>
                    <a:pt x="10216" y="18230"/>
                    <a:pt x="10112" y="18608"/>
                    <a:pt x="9934" y="18860"/>
                  </a:cubicBezTo>
                  <a:cubicBezTo>
                    <a:pt x="9934" y="18860"/>
                    <a:pt x="9934" y="18878"/>
                    <a:pt x="9905" y="18878"/>
                  </a:cubicBezTo>
                  <a:lnTo>
                    <a:pt x="9816" y="18986"/>
                  </a:lnTo>
                  <a:lnTo>
                    <a:pt x="11002" y="20426"/>
                  </a:lnTo>
                  <a:cubicBezTo>
                    <a:pt x="11165" y="20678"/>
                    <a:pt x="11402" y="20822"/>
                    <a:pt x="11698" y="20822"/>
                  </a:cubicBezTo>
                  <a:cubicBezTo>
                    <a:pt x="12173" y="20822"/>
                    <a:pt x="12543" y="20354"/>
                    <a:pt x="12543" y="19796"/>
                  </a:cubicBezTo>
                  <a:cubicBezTo>
                    <a:pt x="12543" y="19508"/>
                    <a:pt x="12454" y="19256"/>
                    <a:pt x="12306" y="19076"/>
                  </a:cubicBezTo>
                  <a:cubicBezTo>
                    <a:pt x="12247" y="19040"/>
                    <a:pt x="12217" y="18968"/>
                    <a:pt x="12173" y="18896"/>
                  </a:cubicBezTo>
                  <a:lnTo>
                    <a:pt x="11565" y="18176"/>
                  </a:lnTo>
                  <a:lnTo>
                    <a:pt x="10142" y="16430"/>
                  </a:lnTo>
                  <a:cubicBezTo>
                    <a:pt x="10053" y="16322"/>
                    <a:pt x="10053" y="16124"/>
                    <a:pt x="10142" y="16016"/>
                  </a:cubicBezTo>
                  <a:cubicBezTo>
                    <a:pt x="10231" y="15908"/>
                    <a:pt x="10394" y="15908"/>
                    <a:pt x="10483" y="16016"/>
                  </a:cubicBezTo>
                  <a:lnTo>
                    <a:pt x="11876" y="17708"/>
                  </a:lnTo>
                  <a:lnTo>
                    <a:pt x="12425" y="18392"/>
                  </a:lnTo>
                  <a:lnTo>
                    <a:pt x="12529" y="18518"/>
                  </a:lnTo>
                  <a:cubicBezTo>
                    <a:pt x="12692" y="18770"/>
                    <a:pt x="12944" y="18932"/>
                    <a:pt x="13225" y="18932"/>
                  </a:cubicBezTo>
                  <a:cubicBezTo>
                    <a:pt x="13715" y="18932"/>
                    <a:pt x="14085" y="18446"/>
                    <a:pt x="14085" y="17888"/>
                  </a:cubicBezTo>
                  <a:cubicBezTo>
                    <a:pt x="14085" y="17600"/>
                    <a:pt x="13996" y="17348"/>
                    <a:pt x="13833" y="17168"/>
                  </a:cubicBezTo>
                  <a:cubicBezTo>
                    <a:pt x="13804" y="17132"/>
                    <a:pt x="13759" y="17078"/>
                    <a:pt x="13729" y="17042"/>
                  </a:cubicBezTo>
                  <a:lnTo>
                    <a:pt x="13077" y="16268"/>
                  </a:lnTo>
                  <a:lnTo>
                    <a:pt x="11713" y="14594"/>
                  </a:lnTo>
                  <a:cubicBezTo>
                    <a:pt x="11624" y="14486"/>
                    <a:pt x="11624" y="14288"/>
                    <a:pt x="11713" y="14180"/>
                  </a:cubicBezTo>
                  <a:cubicBezTo>
                    <a:pt x="11802" y="14072"/>
                    <a:pt x="11965" y="14072"/>
                    <a:pt x="12054" y="14180"/>
                  </a:cubicBezTo>
                  <a:lnTo>
                    <a:pt x="13418" y="15854"/>
                  </a:lnTo>
                  <a:lnTo>
                    <a:pt x="13996" y="16538"/>
                  </a:lnTo>
                  <a:lnTo>
                    <a:pt x="14085" y="16646"/>
                  </a:lnTo>
                  <a:cubicBezTo>
                    <a:pt x="14248" y="16916"/>
                    <a:pt x="14485" y="17060"/>
                    <a:pt x="14782" y="17060"/>
                  </a:cubicBezTo>
                  <a:cubicBezTo>
                    <a:pt x="15256" y="17060"/>
                    <a:pt x="15627" y="16592"/>
                    <a:pt x="15627" y="16016"/>
                  </a:cubicBezTo>
                  <a:cubicBezTo>
                    <a:pt x="15627" y="15746"/>
                    <a:pt x="15538" y="15476"/>
                    <a:pt x="15390" y="15314"/>
                  </a:cubicBezTo>
                  <a:cubicBezTo>
                    <a:pt x="15331" y="15260"/>
                    <a:pt x="15301" y="15206"/>
                    <a:pt x="15256" y="15134"/>
                  </a:cubicBezTo>
                  <a:lnTo>
                    <a:pt x="13314" y="12776"/>
                  </a:lnTo>
                  <a:cubicBezTo>
                    <a:pt x="13225" y="12668"/>
                    <a:pt x="13225" y="12470"/>
                    <a:pt x="13314" y="12362"/>
                  </a:cubicBezTo>
                  <a:cubicBezTo>
                    <a:pt x="13403" y="12254"/>
                    <a:pt x="13566" y="12254"/>
                    <a:pt x="13655" y="12362"/>
                  </a:cubicBezTo>
                  <a:lnTo>
                    <a:pt x="15597" y="14720"/>
                  </a:lnTo>
                  <a:lnTo>
                    <a:pt x="15627" y="14774"/>
                  </a:lnTo>
                  <a:cubicBezTo>
                    <a:pt x="15790" y="15026"/>
                    <a:pt x="16042" y="15188"/>
                    <a:pt x="16324" y="15188"/>
                  </a:cubicBezTo>
                  <a:cubicBezTo>
                    <a:pt x="16813" y="15188"/>
                    <a:pt x="17184" y="14702"/>
                    <a:pt x="17184" y="14144"/>
                  </a:cubicBezTo>
                  <a:cubicBezTo>
                    <a:pt x="17184" y="13874"/>
                    <a:pt x="17110" y="13640"/>
                    <a:pt x="16976" y="13478"/>
                  </a:cubicBezTo>
                  <a:lnTo>
                    <a:pt x="14901" y="10958"/>
                  </a:lnTo>
                  <a:cubicBezTo>
                    <a:pt x="14886" y="10940"/>
                    <a:pt x="14871" y="10886"/>
                    <a:pt x="14856" y="10868"/>
                  </a:cubicBezTo>
                  <a:lnTo>
                    <a:pt x="11787" y="7142"/>
                  </a:lnTo>
                  <a:lnTo>
                    <a:pt x="11298" y="6566"/>
                  </a:lnTo>
                  <a:cubicBezTo>
                    <a:pt x="11268" y="6512"/>
                    <a:pt x="11254" y="6476"/>
                    <a:pt x="11224" y="6440"/>
                  </a:cubicBezTo>
                  <a:cubicBezTo>
                    <a:pt x="11224" y="6404"/>
                    <a:pt x="11209" y="6386"/>
                    <a:pt x="11209" y="6368"/>
                  </a:cubicBezTo>
                  <a:cubicBezTo>
                    <a:pt x="10957" y="5738"/>
                    <a:pt x="10394" y="5324"/>
                    <a:pt x="9771" y="5324"/>
                  </a:cubicBezTo>
                  <a:cubicBezTo>
                    <a:pt x="9401" y="5324"/>
                    <a:pt x="9030" y="5504"/>
                    <a:pt x="8748" y="5756"/>
                  </a:cubicBezTo>
                  <a:lnTo>
                    <a:pt x="8748" y="5792"/>
                  </a:lnTo>
                  <a:lnTo>
                    <a:pt x="8215" y="8618"/>
                  </a:lnTo>
                  <a:cubicBezTo>
                    <a:pt x="8215" y="8690"/>
                    <a:pt x="8200" y="8744"/>
                    <a:pt x="8170" y="8816"/>
                  </a:cubicBezTo>
                  <a:cubicBezTo>
                    <a:pt x="8007" y="9392"/>
                    <a:pt x="7533" y="9824"/>
                    <a:pt x="6984" y="9824"/>
                  </a:cubicBezTo>
                  <a:cubicBezTo>
                    <a:pt x="6302" y="9824"/>
                    <a:pt x="5754" y="9158"/>
                    <a:pt x="5754" y="8330"/>
                  </a:cubicBezTo>
                  <a:cubicBezTo>
                    <a:pt x="5754" y="8258"/>
                    <a:pt x="5754" y="8150"/>
                    <a:pt x="5768" y="8060"/>
                  </a:cubicBezTo>
                  <a:cubicBezTo>
                    <a:pt x="5768" y="8042"/>
                    <a:pt x="5768" y="7988"/>
                    <a:pt x="5798" y="7952"/>
                  </a:cubicBezTo>
                  <a:cubicBezTo>
                    <a:pt x="6095" y="6386"/>
                    <a:pt x="6984" y="1670"/>
                    <a:pt x="6984" y="1670"/>
                  </a:cubicBezTo>
                  <a:cubicBezTo>
                    <a:pt x="6999" y="1580"/>
                    <a:pt x="7043" y="1472"/>
                    <a:pt x="7073" y="1418"/>
                  </a:cubicBezTo>
                  <a:cubicBezTo>
                    <a:pt x="7251" y="806"/>
                    <a:pt x="7740" y="374"/>
                    <a:pt x="8303" y="374"/>
                  </a:cubicBezTo>
                  <a:cubicBezTo>
                    <a:pt x="8481" y="374"/>
                    <a:pt x="8644" y="410"/>
                    <a:pt x="8808" y="500"/>
                  </a:cubicBezTo>
                  <a:lnTo>
                    <a:pt x="14574" y="2066"/>
                  </a:lnTo>
                  <a:lnTo>
                    <a:pt x="16012" y="158"/>
                  </a:lnTo>
                  <a:cubicBezTo>
                    <a:pt x="16176" y="-40"/>
                    <a:pt x="16413" y="-58"/>
                    <a:pt x="16576" y="140"/>
                  </a:cubicBezTo>
                  <a:lnTo>
                    <a:pt x="21335" y="5378"/>
                  </a:lnTo>
                  <a:cubicBezTo>
                    <a:pt x="21542" y="5468"/>
                    <a:pt x="21557" y="5756"/>
                    <a:pt x="21409" y="5972"/>
                  </a:cubicBezTo>
                </a:path>
              </a:pathLst>
            </a:custGeom>
            <a:solidFill>
              <a:srgbClr val="3C5337"/>
            </a:solidFill>
            <a:ln>
              <a:noFill/>
            </a:ln>
          </p:spPr>
          <p:txBody>
            <a:bodyPr anchorCtr="0" anchor="ctr" bIns="20775" lIns="14625" spcFirstLastPara="1" rIns="14625" wrap="square" tIns="20775">
              <a:noAutofit/>
            </a:bodyPr>
            <a:lstStyle/>
            <a:p>
              <a:pPr indent="0" lvl="0" marL="0" marR="0" rtl="0" algn="l">
                <a:lnSpc>
                  <a:spcPct val="93000"/>
                </a:lnSpc>
                <a:spcBef>
                  <a:spcPts val="0"/>
                </a:spcBef>
                <a:spcAft>
                  <a:spcPts val="0"/>
                </a:spcAft>
                <a:buNone/>
              </a:pPr>
              <a:r>
                <a:t/>
              </a:r>
              <a:endParaRPr sz="1092">
                <a:solidFill>
                  <a:srgbClr val="000000"/>
                </a:solidFill>
                <a:latin typeface="Arial"/>
                <a:ea typeface="Arial"/>
                <a:cs typeface="Arial"/>
                <a:sym typeface="Arial"/>
              </a:endParaRPr>
            </a:p>
          </p:txBody>
        </p:sp>
      </p:grpSp>
      <p:sp>
        <p:nvSpPr>
          <p:cNvPr id="471" name="Google Shape;471;p53"/>
          <p:cNvSpPr txBox="1"/>
          <p:nvPr/>
        </p:nvSpPr>
        <p:spPr>
          <a:xfrm>
            <a:off x="1281375" y="2217663"/>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151314"/>
                </a:solidFill>
                <a:latin typeface="Plus Jakarta Sans SemiBold"/>
                <a:ea typeface="Plus Jakarta Sans SemiBold"/>
                <a:cs typeface="Plus Jakarta Sans SemiBold"/>
                <a:sym typeface="Plus Jakarta Sans SemiBold"/>
              </a:rPr>
              <a:t>Enoa jasomds</a:t>
            </a:r>
            <a:endParaRPr sz="1800">
              <a:solidFill>
                <a:schemeClr val="dk2"/>
              </a:solidFill>
              <a:latin typeface="Plus Jakarta Sans SemiBold"/>
              <a:ea typeface="Plus Jakarta Sans SemiBold"/>
              <a:cs typeface="Plus Jakarta Sans SemiBold"/>
              <a:sym typeface="Plus Jakarta Sans SemiBold"/>
            </a:endParaRPr>
          </a:p>
        </p:txBody>
      </p:sp>
      <p:sp>
        <p:nvSpPr>
          <p:cNvPr id="472" name="Google Shape;472;p53"/>
          <p:cNvSpPr txBox="1"/>
          <p:nvPr/>
        </p:nvSpPr>
        <p:spPr>
          <a:xfrm>
            <a:off x="1281375" y="2455863"/>
            <a:ext cx="1736400" cy="327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Somdo ipsos mito.</a:t>
            </a:r>
            <a:endParaRPr sz="1800">
              <a:solidFill>
                <a:schemeClr val="dk2"/>
              </a:solidFill>
              <a:latin typeface="Plus Jakarta Sans"/>
              <a:ea typeface="Plus Jakarta Sans"/>
              <a:cs typeface="Plus Jakarta Sans"/>
              <a:sym typeface="Plus Jakarta Sans"/>
            </a:endParaRPr>
          </a:p>
        </p:txBody>
      </p:sp>
      <p:grpSp>
        <p:nvGrpSpPr>
          <p:cNvPr id="473" name="Google Shape;473;p53"/>
          <p:cNvGrpSpPr/>
          <p:nvPr/>
        </p:nvGrpSpPr>
        <p:grpSpPr>
          <a:xfrm>
            <a:off x="647989" y="3319128"/>
            <a:ext cx="529742" cy="560727"/>
            <a:chOff x="3939400" y="2015413"/>
            <a:chExt cx="683449" cy="723425"/>
          </a:xfrm>
        </p:grpSpPr>
        <p:sp>
          <p:nvSpPr>
            <p:cNvPr id="474" name="Google Shape;474;p53"/>
            <p:cNvSpPr/>
            <p:nvPr/>
          </p:nvSpPr>
          <p:spPr>
            <a:xfrm>
              <a:off x="3945575" y="2015413"/>
              <a:ext cx="671100" cy="671100"/>
            </a:xfrm>
            <a:prstGeom prst="ellipse">
              <a:avLst/>
            </a:prstGeom>
            <a:solidFill>
              <a:srgbClr val="DFDFDF"/>
            </a:solidFill>
            <a:ln cap="flat" cmpd="sng" w="3925">
              <a:solidFill>
                <a:srgbClr val="595959"/>
              </a:solidFill>
              <a:prstDash val="solid"/>
              <a:round/>
              <a:headEnd len="sm" w="sm" type="none"/>
              <a:tailEnd len="sm" w="sm" type="none"/>
            </a:ln>
          </p:spPr>
          <p:txBody>
            <a:bodyPr anchorCtr="0" anchor="ctr" bIns="70875" lIns="70875" spcFirstLastPara="1" rIns="70875" wrap="square" tIns="70875">
              <a:noAutofit/>
            </a:bodyPr>
            <a:lstStyle/>
            <a:p>
              <a:pPr indent="0" lvl="0" marL="0" rtl="0" algn="ctr">
                <a:spcBef>
                  <a:spcPts val="0"/>
                </a:spcBef>
                <a:spcAft>
                  <a:spcPts val="0"/>
                </a:spcAft>
                <a:buNone/>
              </a:pPr>
              <a:r>
                <a:t/>
              </a:r>
              <a:endParaRPr sz="1085">
                <a:latin typeface="Plus Jakarta Sans"/>
                <a:ea typeface="Plus Jakarta Sans"/>
                <a:cs typeface="Plus Jakarta Sans"/>
                <a:sym typeface="Plus Jakarta Sans"/>
              </a:endParaRPr>
            </a:p>
          </p:txBody>
        </p:sp>
        <p:pic>
          <p:nvPicPr>
            <p:cNvPr id="475" name="Google Shape;475;p53"/>
            <p:cNvPicPr preferRelativeResize="0"/>
            <p:nvPr/>
          </p:nvPicPr>
          <p:blipFill>
            <a:blip r:embed="rId3">
              <a:alphaModFix/>
            </a:blip>
            <a:stretch>
              <a:fillRect/>
            </a:stretch>
          </p:blipFill>
          <p:spPr>
            <a:xfrm>
              <a:off x="3939400" y="2055413"/>
              <a:ext cx="683449" cy="683425"/>
            </a:xfrm>
            <a:prstGeom prst="rect">
              <a:avLst/>
            </a:prstGeom>
            <a:noFill/>
            <a:ln>
              <a:noFill/>
            </a:ln>
          </p:spPr>
        </p:pic>
      </p:grpSp>
      <p:sp>
        <p:nvSpPr>
          <p:cNvPr id="476" name="Google Shape;476;p53"/>
          <p:cNvSpPr txBox="1"/>
          <p:nvPr/>
        </p:nvSpPr>
        <p:spPr>
          <a:xfrm>
            <a:off x="1374225" y="3316725"/>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151314"/>
                </a:solidFill>
                <a:latin typeface="Plus Jakarta Sans SemiBold"/>
                <a:ea typeface="Plus Jakarta Sans SemiBold"/>
                <a:cs typeface="Plus Jakarta Sans SemiBold"/>
                <a:sym typeface="Plus Jakarta Sans SemiBold"/>
              </a:rPr>
              <a:t>Enoa jasomds</a:t>
            </a:r>
            <a:endParaRPr sz="1800">
              <a:solidFill>
                <a:schemeClr val="dk2"/>
              </a:solidFill>
              <a:latin typeface="Plus Jakarta Sans SemiBold"/>
              <a:ea typeface="Plus Jakarta Sans SemiBold"/>
              <a:cs typeface="Plus Jakarta Sans SemiBold"/>
              <a:sym typeface="Plus Jakarta Sans SemiBold"/>
            </a:endParaRPr>
          </a:p>
        </p:txBody>
      </p:sp>
      <p:sp>
        <p:nvSpPr>
          <p:cNvPr id="477" name="Google Shape;477;p53"/>
          <p:cNvSpPr txBox="1"/>
          <p:nvPr/>
        </p:nvSpPr>
        <p:spPr>
          <a:xfrm>
            <a:off x="1374225" y="3554925"/>
            <a:ext cx="1736400" cy="327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Somdo ipsos mito.</a:t>
            </a:r>
            <a:endParaRPr sz="1800">
              <a:solidFill>
                <a:schemeClr val="dk2"/>
              </a:solidFill>
              <a:latin typeface="Plus Jakarta Sans"/>
              <a:ea typeface="Plus Jakarta Sans"/>
              <a:cs typeface="Plus Jakarta Sans"/>
              <a:sym typeface="Plus Jakarta Sans"/>
            </a:endParaRPr>
          </a:p>
        </p:txBody>
      </p:sp>
      <p:grpSp>
        <p:nvGrpSpPr>
          <p:cNvPr id="478" name="Google Shape;478;p53"/>
          <p:cNvGrpSpPr/>
          <p:nvPr/>
        </p:nvGrpSpPr>
        <p:grpSpPr>
          <a:xfrm>
            <a:off x="3519360" y="2274977"/>
            <a:ext cx="489702" cy="508204"/>
            <a:chOff x="3945575" y="3249963"/>
            <a:chExt cx="671100" cy="696457"/>
          </a:xfrm>
        </p:grpSpPr>
        <p:sp>
          <p:nvSpPr>
            <p:cNvPr id="479" name="Google Shape;479;p53"/>
            <p:cNvSpPr/>
            <p:nvPr/>
          </p:nvSpPr>
          <p:spPr>
            <a:xfrm>
              <a:off x="3945575" y="3249963"/>
              <a:ext cx="671100" cy="671100"/>
            </a:xfrm>
            <a:prstGeom prst="ellipse">
              <a:avLst/>
            </a:prstGeom>
            <a:solidFill>
              <a:srgbClr val="DFDFDF"/>
            </a:solidFill>
            <a:ln cap="flat" cmpd="sng" w="3675">
              <a:solidFill>
                <a:srgbClr val="595959"/>
              </a:solidFill>
              <a:prstDash val="solid"/>
              <a:round/>
              <a:headEnd len="sm" w="sm" type="none"/>
              <a:tailEnd len="sm" w="sm" type="none"/>
            </a:ln>
          </p:spPr>
          <p:txBody>
            <a:bodyPr anchorCtr="0" anchor="ctr" bIns="66700" lIns="66700" spcFirstLastPara="1" rIns="66700" wrap="square" tIns="66700">
              <a:noAutofit/>
            </a:bodyPr>
            <a:lstStyle/>
            <a:p>
              <a:pPr indent="0" lvl="0" marL="0" rtl="0" algn="ctr">
                <a:spcBef>
                  <a:spcPts val="0"/>
                </a:spcBef>
                <a:spcAft>
                  <a:spcPts val="0"/>
                </a:spcAft>
                <a:buNone/>
              </a:pPr>
              <a:r>
                <a:t/>
              </a:r>
              <a:endParaRPr sz="1022">
                <a:latin typeface="Plus Jakarta Sans"/>
                <a:ea typeface="Plus Jakarta Sans"/>
                <a:cs typeface="Plus Jakarta Sans"/>
                <a:sym typeface="Plus Jakarta Sans"/>
              </a:endParaRPr>
            </a:p>
          </p:txBody>
        </p:sp>
        <p:pic>
          <p:nvPicPr>
            <p:cNvPr id="480" name="Google Shape;480;p53"/>
            <p:cNvPicPr preferRelativeResize="0"/>
            <p:nvPr/>
          </p:nvPicPr>
          <p:blipFill>
            <a:blip r:embed="rId4">
              <a:alphaModFix/>
            </a:blip>
            <a:stretch>
              <a:fillRect/>
            </a:stretch>
          </p:blipFill>
          <p:spPr>
            <a:xfrm>
              <a:off x="3945588" y="3275356"/>
              <a:ext cx="671063" cy="671063"/>
            </a:xfrm>
            <a:prstGeom prst="rect">
              <a:avLst/>
            </a:prstGeom>
            <a:noFill/>
            <a:ln>
              <a:noFill/>
            </a:ln>
          </p:spPr>
        </p:pic>
      </p:grpSp>
      <p:sp>
        <p:nvSpPr>
          <p:cNvPr id="481" name="Google Shape;481;p53"/>
          <p:cNvSpPr txBox="1"/>
          <p:nvPr/>
        </p:nvSpPr>
        <p:spPr>
          <a:xfrm>
            <a:off x="4150925" y="2217663"/>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151314"/>
                </a:solidFill>
                <a:latin typeface="Plus Jakarta Sans SemiBold"/>
                <a:ea typeface="Plus Jakarta Sans SemiBold"/>
                <a:cs typeface="Plus Jakarta Sans SemiBold"/>
                <a:sym typeface="Plus Jakarta Sans SemiBold"/>
              </a:rPr>
              <a:t>Enoa jasomds</a:t>
            </a:r>
            <a:endParaRPr sz="1800">
              <a:solidFill>
                <a:schemeClr val="dk2"/>
              </a:solidFill>
              <a:latin typeface="Plus Jakarta Sans SemiBold"/>
              <a:ea typeface="Plus Jakarta Sans SemiBold"/>
              <a:cs typeface="Plus Jakarta Sans SemiBold"/>
              <a:sym typeface="Plus Jakarta Sans SemiBold"/>
            </a:endParaRPr>
          </a:p>
        </p:txBody>
      </p:sp>
      <p:sp>
        <p:nvSpPr>
          <p:cNvPr id="482" name="Google Shape;482;p53"/>
          <p:cNvSpPr txBox="1"/>
          <p:nvPr/>
        </p:nvSpPr>
        <p:spPr>
          <a:xfrm>
            <a:off x="4150925" y="2455863"/>
            <a:ext cx="1736400" cy="327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Somdo ipsos mito.</a:t>
            </a:r>
            <a:endParaRPr sz="1800">
              <a:solidFill>
                <a:schemeClr val="dk2"/>
              </a:solidFill>
              <a:latin typeface="Plus Jakarta Sans"/>
              <a:ea typeface="Plus Jakarta Sans"/>
              <a:cs typeface="Plus Jakarta Sans"/>
              <a:sym typeface="Plus Jakarta Sans"/>
            </a:endParaRPr>
          </a:p>
        </p:txBody>
      </p:sp>
      <p:grpSp>
        <p:nvGrpSpPr>
          <p:cNvPr id="483" name="Google Shape;483;p53"/>
          <p:cNvGrpSpPr/>
          <p:nvPr/>
        </p:nvGrpSpPr>
        <p:grpSpPr>
          <a:xfrm>
            <a:off x="3470103" y="3386576"/>
            <a:ext cx="529766" cy="529833"/>
            <a:chOff x="647250" y="3275325"/>
            <a:chExt cx="671100" cy="671100"/>
          </a:xfrm>
        </p:grpSpPr>
        <p:sp>
          <p:nvSpPr>
            <p:cNvPr id="484" name="Google Shape;484;p53"/>
            <p:cNvSpPr/>
            <p:nvPr/>
          </p:nvSpPr>
          <p:spPr>
            <a:xfrm>
              <a:off x="647250" y="3275325"/>
              <a:ext cx="671100" cy="671100"/>
            </a:xfrm>
            <a:prstGeom prst="ellipse">
              <a:avLst/>
            </a:prstGeom>
            <a:solidFill>
              <a:srgbClr val="DFDFDF"/>
            </a:solidFill>
            <a:ln cap="flat" cmpd="sng" w="3975">
              <a:solidFill>
                <a:srgbClr val="595959"/>
              </a:solidFill>
              <a:prstDash val="solid"/>
              <a:round/>
              <a:headEnd len="sm" w="sm" type="none"/>
              <a:tailEnd len="sm" w="sm" type="none"/>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latin typeface="Plus Jakarta Sans"/>
                <a:ea typeface="Plus Jakarta Sans"/>
                <a:cs typeface="Plus Jakarta Sans"/>
                <a:sym typeface="Plus Jakarta Sans"/>
              </a:endParaRPr>
            </a:p>
          </p:txBody>
        </p:sp>
        <p:pic>
          <p:nvPicPr>
            <p:cNvPr id="485" name="Google Shape;485;p53"/>
            <p:cNvPicPr preferRelativeResize="0"/>
            <p:nvPr/>
          </p:nvPicPr>
          <p:blipFill>
            <a:blip r:embed="rId5">
              <a:alphaModFix/>
            </a:blip>
            <a:stretch>
              <a:fillRect/>
            </a:stretch>
          </p:blipFill>
          <p:spPr>
            <a:xfrm>
              <a:off x="672602" y="3300687"/>
              <a:ext cx="620400" cy="620400"/>
            </a:xfrm>
            <a:prstGeom prst="rect">
              <a:avLst/>
            </a:prstGeom>
            <a:noFill/>
            <a:ln>
              <a:noFill/>
            </a:ln>
          </p:spPr>
        </p:pic>
      </p:grpSp>
      <p:sp>
        <p:nvSpPr>
          <p:cNvPr id="486" name="Google Shape;486;p53"/>
          <p:cNvSpPr txBox="1"/>
          <p:nvPr/>
        </p:nvSpPr>
        <p:spPr>
          <a:xfrm>
            <a:off x="4131725" y="3282525"/>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151314"/>
                </a:solidFill>
                <a:latin typeface="Plus Jakarta Sans SemiBold"/>
                <a:ea typeface="Plus Jakarta Sans SemiBold"/>
                <a:cs typeface="Plus Jakarta Sans SemiBold"/>
                <a:sym typeface="Plus Jakarta Sans SemiBold"/>
              </a:rPr>
              <a:t>Enoa jasomds</a:t>
            </a:r>
            <a:endParaRPr sz="1800">
              <a:solidFill>
                <a:schemeClr val="dk2"/>
              </a:solidFill>
              <a:latin typeface="Plus Jakarta Sans SemiBold"/>
              <a:ea typeface="Plus Jakarta Sans SemiBold"/>
              <a:cs typeface="Plus Jakarta Sans SemiBold"/>
              <a:sym typeface="Plus Jakarta Sans SemiBold"/>
            </a:endParaRPr>
          </a:p>
        </p:txBody>
      </p:sp>
      <p:sp>
        <p:nvSpPr>
          <p:cNvPr id="487" name="Google Shape;487;p53"/>
          <p:cNvSpPr txBox="1"/>
          <p:nvPr/>
        </p:nvSpPr>
        <p:spPr>
          <a:xfrm>
            <a:off x="4131725" y="3520725"/>
            <a:ext cx="1736400" cy="327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Somdo ipsos mito.</a:t>
            </a:r>
            <a:endParaRPr sz="1800">
              <a:solidFill>
                <a:schemeClr val="dk2"/>
              </a:solidFill>
              <a:latin typeface="Plus Jakarta Sans"/>
              <a:ea typeface="Plus Jakarta Sans"/>
              <a:cs typeface="Plus Jakarta Sans"/>
              <a:sym typeface="Plus Jakarta Sans"/>
            </a:endParaRPr>
          </a:p>
        </p:txBody>
      </p:sp>
      <p:grpSp>
        <p:nvGrpSpPr>
          <p:cNvPr id="488" name="Google Shape;488;p53"/>
          <p:cNvGrpSpPr/>
          <p:nvPr/>
        </p:nvGrpSpPr>
        <p:grpSpPr>
          <a:xfrm>
            <a:off x="6194095" y="2258797"/>
            <a:ext cx="529766" cy="529766"/>
            <a:chOff x="7041538" y="2015413"/>
            <a:chExt cx="671100" cy="671100"/>
          </a:xfrm>
        </p:grpSpPr>
        <p:sp>
          <p:nvSpPr>
            <p:cNvPr id="489" name="Google Shape;489;p53"/>
            <p:cNvSpPr/>
            <p:nvPr/>
          </p:nvSpPr>
          <p:spPr>
            <a:xfrm>
              <a:off x="7041538" y="2015413"/>
              <a:ext cx="671100" cy="671100"/>
            </a:xfrm>
            <a:prstGeom prst="ellipse">
              <a:avLst/>
            </a:prstGeom>
            <a:solidFill>
              <a:srgbClr val="DFDFDF"/>
            </a:solidFill>
            <a:ln cap="flat" cmpd="sng" w="3975">
              <a:solidFill>
                <a:srgbClr val="595959"/>
              </a:solidFill>
              <a:prstDash val="solid"/>
              <a:round/>
              <a:headEnd len="sm" w="sm" type="none"/>
              <a:tailEnd len="sm" w="sm" type="none"/>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latin typeface="Plus Jakarta Sans"/>
                <a:ea typeface="Plus Jakarta Sans"/>
                <a:cs typeface="Plus Jakarta Sans"/>
                <a:sym typeface="Plus Jakarta Sans"/>
              </a:endParaRPr>
            </a:p>
          </p:txBody>
        </p:sp>
        <p:sp>
          <p:nvSpPr>
            <p:cNvPr id="490" name="Google Shape;490;p53"/>
            <p:cNvSpPr/>
            <p:nvPr/>
          </p:nvSpPr>
          <p:spPr>
            <a:xfrm>
              <a:off x="7178495" y="2176065"/>
              <a:ext cx="397170" cy="349812"/>
            </a:xfrm>
            <a:custGeom>
              <a:rect b="b" l="l" r="r" t="t"/>
              <a:pathLst>
                <a:path extrusionOk="0" h="21600" w="21600">
                  <a:moveTo>
                    <a:pt x="21600" y="1475"/>
                  </a:moveTo>
                  <a:lnTo>
                    <a:pt x="21600" y="20125"/>
                  </a:lnTo>
                  <a:cubicBezTo>
                    <a:pt x="21600" y="20953"/>
                    <a:pt x="21015" y="21600"/>
                    <a:pt x="20303" y="21600"/>
                  </a:cubicBezTo>
                  <a:lnTo>
                    <a:pt x="1297" y="21600"/>
                  </a:lnTo>
                  <a:cubicBezTo>
                    <a:pt x="569" y="21600"/>
                    <a:pt x="0" y="20935"/>
                    <a:pt x="0" y="20125"/>
                  </a:cubicBezTo>
                  <a:lnTo>
                    <a:pt x="0" y="1475"/>
                  </a:lnTo>
                  <a:cubicBezTo>
                    <a:pt x="0" y="647"/>
                    <a:pt x="585" y="0"/>
                    <a:pt x="1297" y="0"/>
                  </a:cubicBezTo>
                  <a:lnTo>
                    <a:pt x="20303" y="0"/>
                  </a:lnTo>
                  <a:cubicBezTo>
                    <a:pt x="21015" y="0"/>
                    <a:pt x="21600" y="665"/>
                    <a:pt x="21600" y="1475"/>
                  </a:cubicBezTo>
                  <a:close/>
                  <a:moveTo>
                    <a:pt x="16176" y="1960"/>
                  </a:moveTo>
                  <a:cubicBezTo>
                    <a:pt x="16176" y="2500"/>
                    <a:pt x="16603" y="2932"/>
                    <a:pt x="17046" y="2932"/>
                  </a:cubicBezTo>
                  <a:cubicBezTo>
                    <a:pt x="17505" y="2932"/>
                    <a:pt x="17900" y="2500"/>
                    <a:pt x="17900" y="1960"/>
                  </a:cubicBezTo>
                  <a:cubicBezTo>
                    <a:pt x="17900" y="1421"/>
                    <a:pt x="17505" y="989"/>
                    <a:pt x="17046" y="989"/>
                  </a:cubicBezTo>
                  <a:cubicBezTo>
                    <a:pt x="16603" y="989"/>
                    <a:pt x="16176" y="1421"/>
                    <a:pt x="16176" y="1960"/>
                  </a:cubicBezTo>
                  <a:close/>
                  <a:moveTo>
                    <a:pt x="13820" y="1960"/>
                  </a:moveTo>
                  <a:cubicBezTo>
                    <a:pt x="13820" y="2500"/>
                    <a:pt x="14231" y="2932"/>
                    <a:pt x="14674" y="2932"/>
                  </a:cubicBezTo>
                  <a:cubicBezTo>
                    <a:pt x="15133" y="2932"/>
                    <a:pt x="15544" y="2500"/>
                    <a:pt x="15544" y="1960"/>
                  </a:cubicBezTo>
                  <a:cubicBezTo>
                    <a:pt x="15544" y="1421"/>
                    <a:pt x="15133" y="989"/>
                    <a:pt x="14674" y="989"/>
                  </a:cubicBezTo>
                  <a:cubicBezTo>
                    <a:pt x="14200" y="971"/>
                    <a:pt x="13820" y="1421"/>
                    <a:pt x="13820" y="1960"/>
                  </a:cubicBezTo>
                  <a:close/>
                  <a:moveTo>
                    <a:pt x="20288" y="3939"/>
                  </a:moveTo>
                  <a:lnTo>
                    <a:pt x="1281" y="3939"/>
                  </a:lnTo>
                  <a:lnTo>
                    <a:pt x="1281" y="20323"/>
                  </a:lnTo>
                  <a:lnTo>
                    <a:pt x="20288" y="20323"/>
                  </a:lnTo>
                  <a:lnTo>
                    <a:pt x="20288" y="3939"/>
                  </a:lnTo>
                  <a:close/>
                  <a:moveTo>
                    <a:pt x="20288" y="1960"/>
                  </a:moveTo>
                  <a:cubicBezTo>
                    <a:pt x="20288" y="1421"/>
                    <a:pt x="19892" y="989"/>
                    <a:pt x="19434" y="989"/>
                  </a:cubicBezTo>
                  <a:cubicBezTo>
                    <a:pt x="18975" y="989"/>
                    <a:pt x="18580" y="1439"/>
                    <a:pt x="18580" y="1960"/>
                  </a:cubicBezTo>
                  <a:cubicBezTo>
                    <a:pt x="18580" y="2500"/>
                    <a:pt x="18975" y="2932"/>
                    <a:pt x="19434" y="2932"/>
                  </a:cubicBezTo>
                  <a:cubicBezTo>
                    <a:pt x="19892" y="2932"/>
                    <a:pt x="20288" y="2500"/>
                    <a:pt x="20288" y="1960"/>
                  </a:cubicBezTo>
                  <a:close/>
                  <a:moveTo>
                    <a:pt x="8001" y="6870"/>
                  </a:moveTo>
                  <a:lnTo>
                    <a:pt x="14642" y="6870"/>
                  </a:lnTo>
                  <a:lnTo>
                    <a:pt x="14642" y="5449"/>
                  </a:lnTo>
                  <a:lnTo>
                    <a:pt x="8001" y="5449"/>
                  </a:lnTo>
                  <a:lnTo>
                    <a:pt x="8001" y="6870"/>
                  </a:lnTo>
                  <a:close/>
                  <a:moveTo>
                    <a:pt x="10610" y="10144"/>
                  </a:moveTo>
                  <a:lnTo>
                    <a:pt x="19023" y="10144"/>
                  </a:lnTo>
                  <a:lnTo>
                    <a:pt x="19023" y="8705"/>
                  </a:lnTo>
                  <a:lnTo>
                    <a:pt x="10610" y="8705"/>
                  </a:lnTo>
                  <a:lnTo>
                    <a:pt x="10610" y="10144"/>
                  </a:lnTo>
                  <a:close/>
                  <a:moveTo>
                    <a:pt x="10610" y="12967"/>
                  </a:moveTo>
                  <a:lnTo>
                    <a:pt x="19023" y="12967"/>
                  </a:lnTo>
                  <a:lnTo>
                    <a:pt x="19023" y="11546"/>
                  </a:lnTo>
                  <a:lnTo>
                    <a:pt x="10610" y="11546"/>
                  </a:lnTo>
                  <a:lnTo>
                    <a:pt x="10610" y="12967"/>
                  </a:lnTo>
                  <a:close/>
                  <a:moveTo>
                    <a:pt x="10610" y="15845"/>
                  </a:moveTo>
                  <a:lnTo>
                    <a:pt x="19023" y="15845"/>
                  </a:lnTo>
                  <a:lnTo>
                    <a:pt x="19023" y="14424"/>
                  </a:lnTo>
                  <a:lnTo>
                    <a:pt x="10610" y="14424"/>
                  </a:lnTo>
                  <a:lnTo>
                    <a:pt x="10610" y="15845"/>
                  </a:lnTo>
                  <a:close/>
                  <a:moveTo>
                    <a:pt x="2467" y="18686"/>
                  </a:moveTo>
                  <a:lnTo>
                    <a:pt x="19023" y="18686"/>
                  </a:lnTo>
                  <a:lnTo>
                    <a:pt x="19023" y="17266"/>
                  </a:lnTo>
                  <a:lnTo>
                    <a:pt x="2467" y="17266"/>
                  </a:lnTo>
                  <a:lnTo>
                    <a:pt x="2467" y="18686"/>
                  </a:lnTo>
                  <a:close/>
                  <a:moveTo>
                    <a:pt x="2467" y="15719"/>
                  </a:moveTo>
                  <a:lnTo>
                    <a:pt x="8381" y="15719"/>
                  </a:lnTo>
                  <a:lnTo>
                    <a:pt x="8381" y="8705"/>
                  </a:lnTo>
                  <a:lnTo>
                    <a:pt x="2467" y="8705"/>
                  </a:lnTo>
                  <a:lnTo>
                    <a:pt x="2467" y="15719"/>
                  </a:lnTo>
                  <a:close/>
                </a:path>
              </a:pathLst>
            </a:custGeom>
            <a:solidFill>
              <a:srgbClr val="3C5337"/>
            </a:solidFill>
            <a:ln>
              <a:noFill/>
            </a:ln>
          </p:spPr>
          <p:txBody>
            <a:bodyPr anchorCtr="0" anchor="ctr" bIns="20775" lIns="14600" spcFirstLastPara="1" rIns="14600" wrap="square" tIns="20775">
              <a:noAutofit/>
            </a:bodyPr>
            <a:lstStyle/>
            <a:p>
              <a:pPr indent="0" lvl="0" marL="0" marR="0" rtl="0" algn="l">
                <a:lnSpc>
                  <a:spcPct val="93000"/>
                </a:lnSpc>
                <a:spcBef>
                  <a:spcPts val="0"/>
                </a:spcBef>
                <a:spcAft>
                  <a:spcPts val="0"/>
                </a:spcAft>
                <a:buNone/>
              </a:pPr>
              <a:r>
                <a:t/>
              </a:r>
              <a:endParaRPr sz="1092">
                <a:solidFill>
                  <a:srgbClr val="000000"/>
                </a:solidFill>
                <a:latin typeface="Arial"/>
                <a:ea typeface="Arial"/>
                <a:cs typeface="Arial"/>
                <a:sym typeface="Arial"/>
              </a:endParaRPr>
            </a:p>
          </p:txBody>
        </p:sp>
      </p:grpSp>
      <p:sp>
        <p:nvSpPr>
          <p:cNvPr id="491" name="Google Shape;491;p53"/>
          <p:cNvSpPr txBox="1"/>
          <p:nvPr/>
        </p:nvSpPr>
        <p:spPr>
          <a:xfrm>
            <a:off x="6907700" y="2212275"/>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151314"/>
                </a:solidFill>
                <a:latin typeface="Plus Jakarta Sans SemiBold"/>
                <a:ea typeface="Plus Jakarta Sans SemiBold"/>
                <a:cs typeface="Plus Jakarta Sans SemiBold"/>
                <a:sym typeface="Plus Jakarta Sans SemiBold"/>
              </a:rPr>
              <a:t>Enoa jasomds</a:t>
            </a:r>
            <a:endParaRPr sz="1800">
              <a:solidFill>
                <a:schemeClr val="dk2"/>
              </a:solidFill>
              <a:latin typeface="Plus Jakarta Sans SemiBold"/>
              <a:ea typeface="Plus Jakarta Sans SemiBold"/>
              <a:cs typeface="Plus Jakarta Sans SemiBold"/>
              <a:sym typeface="Plus Jakarta Sans SemiBold"/>
            </a:endParaRPr>
          </a:p>
        </p:txBody>
      </p:sp>
      <p:sp>
        <p:nvSpPr>
          <p:cNvPr id="492" name="Google Shape;492;p53"/>
          <p:cNvSpPr txBox="1"/>
          <p:nvPr/>
        </p:nvSpPr>
        <p:spPr>
          <a:xfrm>
            <a:off x="6907700" y="2450475"/>
            <a:ext cx="1736400" cy="327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Somdo ipsos mito.</a:t>
            </a:r>
            <a:endParaRPr sz="1800">
              <a:solidFill>
                <a:schemeClr val="dk2"/>
              </a:solidFill>
              <a:latin typeface="Plus Jakarta Sans"/>
              <a:ea typeface="Plus Jakarta Sans"/>
              <a:cs typeface="Plus Jakarta Sans"/>
              <a:sym typeface="Plus Jakarta Sans"/>
            </a:endParaRPr>
          </a:p>
        </p:txBody>
      </p:sp>
      <p:grpSp>
        <p:nvGrpSpPr>
          <p:cNvPr id="493" name="Google Shape;493;p53"/>
          <p:cNvGrpSpPr/>
          <p:nvPr/>
        </p:nvGrpSpPr>
        <p:grpSpPr>
          <a:xfrm>
            <a:off x="6194092" y="3363917"/>
            <a:ext cx="529766" cy="529766"/>
            <a:chOff x="6972563" y="3375888"/>
            <a:chExt cx="671100" cy="671100"/>
          </a:xfrm>
        </p:grpSpPr>
        <p:sp>
          <p:nvSpPr>
            <p:cNvPr id="494" name="Google Shape;494;p53"/>
            <p:cNvSpPr/>
            <p:nvPr/>
          </p:nvSpPr>
          <p:spPr>
            <a:xfrm>
              <a:off x="6972563" y="3375888"/>
              <a:ext cx="671100" cy="671100"/>
            </a:xfrm>
            <a:prstGeom prst="ellipse">
              <a:avLst/>
            </a:prstGeom>
            <a:solidFill>
              <a:srgbClr val="DFDFDF"/>
            </a:solidFill>
            <a:ln cap="flat" cmpd="sng" w="3975">
              <a:solidFill>
                <a:srgbClr val="595959"/>
              </a:solidFill>
              <a:prstDash val="solid"/>
              <a:round/>
              <a:headEnd len="sm" w="sm" type="none"/>
              <a:tailEnd len="sm" w="sm" type="none"/>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latin typeface="Plus Jakarta Sans"/>
                <a:ea typeface="Plus Jakarta Sans"/>
                <a:cs typeface="Plus Jakarta Sans"/>
                <a:sym typeface="Plus Jakarta Sans"/>
              </a:endParaRPr>
            </a:p>
          </p:txBody>
        </p:sp>
        <p:pic>
          <p:nvPicPr>
            <p:cNvPr id="495" name="Google Shape;495;p53"/>
            <p:cNvPicPr preferRelativeResize="0"/>
            <p:nvPr/>
          </p:nvPicPr>
          <p:blipFill>
            <a:blip r:embed="rId6">
              <a:alphaModFix/>
            </a:blip>
            <a:stretch>
              <a:fillRect/>
            </a:stretch>
          </p:blipFill>
          <p:spPr>
            <a:xfrm>
              <a:off x="7040539" y="3443871"/>
              <a:ext cx="535148" cy="535146"/>
            </a:xfrm>
            <a:prstGeom prst="rect">
              <a:avLst/>
            </a:prstGeom>
            <a:noFill/>
            <a:ln>
              <a:noFill/>
            </a:ln>
          </p:spPr>
        </p:pic>
      </p:grpSp>
      <p:sp>
        <p:nvSpPr>
          <p:cNvPr id="496" name="Google Shape;496;p53"/>
          <p:cNvSpPr txBox="1"/>
          <p:nvPr/>
        </p:nvSpPr>
        <p:spPr>
          <a:xfrm>
            <a:off x="6974750" y="3305225"/>
            <a:ext cx="1403400" cy="2382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151314"/>
                </a:solidFill>
                <a:latin typeface="Plus Jakarta Sans SemiBold"/>
                <a:ea typeface="Plus Jakarta Sans SemiBold"/>
                <a:cs typeface="Plus Jakarta Sans SemiBold"/>
                <a:sym typeface="Plus Jakarta Sans SemiBold"/>
              </a:rPr>
              <a:t>Enoa jasomds</a:t>
            </a:r>
            <a:endParaRPr sz="1800">
              <a:solidFill>
                <a:schemeClr val="dk2"/>
              </a:solidFill>
              <a:latin typeface="Plus Jakarta Sans SemiBold"/>
              <a:ea typeface="Plus Jakarta Sans SemiBold"/>
              <a:cs typeface="Plus Jakarta Sans SemiBold"/>
              <a:sym typeface="Plus Jakarta Sans SemiBold"/>
            </a:endParaRPr>
          </a:p>
        </p:txBody>
      </p:sp>
      <p:sp>
        <p:nvSpPr>
          <p:cNvPr id="497" name="Google Shape;497;p53"/>
          <p:cNvSpPr txBox="1"/>
          <p:nvPr/>
        </p:nvSpPr>
        <p:spPr>
          <a:xfrm>
            <a:off x="6974750" y="3543425"/>
            <a:ext cx="1736400" cy="327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Somdo ipsos mito.</a:t>
            </a:r>
            <a:endParaRPr sz="180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4"/>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4"/>
          <p:cNvSpPr txBox="1"/>
          <p:nvPr>
            <p:ph idx="1" type="subTitle"/>
          </p:nvPr>
        </p:nvSpPr>
        <p:spPr>
          <a:xfrm>
            <a:off x="4631950" y="839300"/>
            <a:ext cx="4028100" cy="251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4" name="Google Shape;504;p54"/>
          <p:cNvCxnSpPr/>
          <p:nvPr/>
        </p:nvCxnSpPr>
        <p:spPr>
          <a:xfrm>
            <a:off x="1259706" y="3202628"/>
            <a:ext cx="7884300" cy="0"/>
          </a:xfrm>
          <a:prstGeom prst="straightConnector1">
            <a:avLst/>
          </a:prstGeom>
          <a:noFill/>
          <a:ln cap="flat" cmpd="sng" w="14300">
            <a:solidFill>
              <a:srgbClr val="007200"/>
            </a:solidFill>
            <a:prstDash val="solid"/>
            <a:miter lim="80"/>
            <a:headEnd len="med" w="med" type="oval"/>
            <a:tailEnd len="sm" w="sm" type="none"/>
          </a:ln>
        </p:spPr>
      </p:cxnSp>
      <p:grpSp>
        <p:nvGrpSpPr>
          <p:cNvPr id="505" name="Google Shape;505;p54"/>
          <p:cNvGrpSpPr/>
          <p:nvPr/>
        </p:nvGrpSpPr>
        <p:grpSpPr>
          <a:xfrm>
            <a:off x="1578650" y="2301325"/>
            <a:ext cx="761963" cy="906066"/>
            <a:chOff x="0" y="0"/>
            <a:chExt cx="2031900" cy="2416175"/>
          </a:xfrm>
        </p:grpSpPr>
        <p:cxnSp>
          <p:nvCxnSpPr>
            <p:cNvPr id="506" name="Google Shape;506;p54"/>
            <p:cNvCxnSpPr/>
            <p:nvPr/>
          </p:nvCxnSpPr>
          <p:spPr>
            <a:xfrm rot="10800000">
              <a:off x="1016000" y="1590575"/>
              <a:ext cx="0" cy="825600"/>
            </a:xfrm>
            <a:prstGeom prst="straightConnector1">
              <a:avLst/>
            </a:prstGeom>
            <a:noFill/>
            <a:ln cap="flat" cmpd="sng" w="14300">
              <a:solidFill>
                <a:srgbClr val="FCA502"/>
              </a:solidFill>
              <a:prstDash val="solid"/>
              <a:miter lim="80"/>
              <a:headEnd len="med" w="med" type="oval"/>
              <a:tailEnd len="sm" w="sm" type="none"/>
            </a:ln>
          </p:spPr>
        </p:cxnSp>
        <p:sp>
          <p:nvSpPr>
            <p:cNvPr id="507" name="Google Shape;507;p54"/>
            <p:cNvSpPr/>
            <p:nvPr/>
          </p:nvSpPr>
          <p:spPr>
            <a:xfrm>
              <a:off x="0" y="0"/>
              <a:ext cx="2031900" cy="2031900"/>
            </a:xfrm>
            <a:prstGeom prst="ellipse">
              <a:avLst/>
            </a:prstGeom>
            <a:solidFill>
              <a:srgbClr val="FCA50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grpSp>
      <p:sp>
        <p:nvSpPr>
          <p:cNvPr id="508" name="Google Shape;508;p54"/>
          <p:cNvSpPr/>
          <p:nvPr/>
        </p:nvSpPr>
        <p:spPr>
          <a:xfrm>
            <a:off x="1578650" y="2579455"/>
            <a:ext cx="7620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FFFFFF"/>
              </a:buClr>
              <a:buSzPts val="300"/>
              <a:buFont typeface="Montserrat Light"/>
              <a:buNone/>
            </a:pPr>
            <a:r>
              <a:rPr i="0" lang="en-GB" sz="1100" u="none" cap="none" strike="noStrike">
                <a:solidFill>
                  <a:srgbClr val="007200"/>
                </a:solidFill>
                <a:latin typeface="Plus Jakarta Sans SemiBold"/>
                <a:ea typeface="Plus Jakarta Sans SemiBold"/>
                <a:cs typeface="Plus Jakarta Sans SemiBold"/>
                <a:sym typeface="Plus Jakarta Sans SemiBold"/>
              </a:rPr>
              <a:t>2016</a:t>
            </a:r>
            <a:endParaRPr i="0" sz="500" u="none" cap="none" strike="noStrike">
              <a:solidFill>
                <a:srgbClr val="007200"/>
              </a:solidFill>
              <a:latin typeface="Plus Jakarta Sans SemiBold"/>
              <a:ea typeface="Plus Jakarta Sans SemiBold"/>
              <a:cs typeface="Plus Jakarta Sans SemiBold"/>
              <a:sym typeface="Plus Jakarta Sans SemiBold"/>
            </a:endParaRPr>
          </a:p>
        </p:txBody>
      </p:sp>
      <p:grpSp>
        <p:nvGrpSpPr>
          <p:cNvPr id="509" name="Google Shape;509;p54"/>
          <p:cNvGrpSpPr/>
          <p:nvPr/>
        </p:nvGrpSpPr>
        <p:grpSpPr>
          <a:xfrm>
            <a:off x="4447610" y="2301325"/>
            <a:ext cx="761963" cy="906066"/>
            <a:chOff x="0" y="0"/>
            <a:chExt cx="2031900" cy="2416175"/>
          </a:xfrm>
        </p:grpSpPr>
        <p:cxnSp>
          <p:nvCxnSpPr>
            <p:cNvPr id="510" name="Google Shape;510;p54"/>
            <p:cNvCxnSpPr/>
            <p:nvPr/>
          </p:nvCxnSpPr>
          <p:spPr>
            <a:xfrm rot="10800000">
              <a:off x="1016000" y="1590575"/>
              <a:ext cx="0" cy="825600"/>
            </a:xfrm>
            <a:prstGeom prst="straightConnector1">
              <a:avLst/>
            </a:prstGeom>
            <a:noFill/>
            <a:ln cap="flat" cmpd="sng" w="14300">
              <a:solidFill>
                <a:srgbClr val="FCA502"/>
              </a:solidFill>
              <a:prstDash val="solid"/>
              <a:miter lim="80"/>
              <a:headEnd len="med" w="med" type="oval"/>
              <a:tailEnd len="sm" w="sm" type="none"/>
            </a:ln>
          </p:spPr>
        </p:cxnSp>
        <p:sp>
          <p:nvSpPr>
            <p:cNvPr id="511" name="Google Shape;511;p54"/>
            <p:cNvSpPr/>
            <p:nvPr/>
          </p:nvSpPr>
          <p:spPr>
            <a:xfrm>
              <a:off x="0" y="0"/>
              <a:ext cx="2031900" cy="2031900"/>
            </a:xfrm>
            <a:prstGeom prst="ellipse">
              <a:avLst/>
            </a:prstGeom>
            <a:solidFill>
              <a:srgbClr val="FCA50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grpSp>
      <p:sp>
        <p:nvSpPr>
          <p:cNvPr id="512" name="Google Shape;512;p54"/>
          <p:cNvSpPr/>
          <p:nvPr/>
        </p:nvSpPr>
        <p:spPr>
          <a:xfrm>
            <a:off x="4447610" y="2579455"/>
            <a:ext cx="7620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FFFFFF"/>
              </a:buClr>
              <a:buSzPts val="300"/>
              <a:buFont typeface="Montserrat Light"/>
              <a:buNone/>
            </a:pPr>
            <a:r>
              <a:rPr i="0" lang="en-GB" sz="1100" u="none" cap="none" strike="noStrike">
                <a:solidFill>
                  <a:srgbClr val="007200"/>
                </a:solidFill>
                <a:latin typeface="Plus Jakarta Sans SemiBold"/>
                <a:ea typeface="Plus Jakarta Sans SemiBold"/>
                <a:cs typeface="Plus Jakarta Sans SemiBold"/>
                <a:sym typeface="Plus Jakarta Sans SemiBold"/>
              </a:rPr>
              <a:t>2017</a:t>
            </a:r>
            <a:endParaRPr i="0" sz="500" u="none" cap="none" strike="noStrike">
              <a:solidFill>
                <a:srgbClr val="007200"/>
              </a:solidFill>
              <a:latin typeface="Plus Jakarta Sans SemiBold"/>
              <a:ea typeface="Plus Jakarta Sans SemiBold"/>
              <a:cs typeface="Plus Jakarta Sans SemiBold"/>
              <a:sym typeface="Plus Jakarta Sans SemiBold"/>
            </a:endParaRPr>
          </a:p>
        </p:txBody>
      </p:sp>
      <p:grpSp>
        <p:nvGrpSpPr>
          <p:cNvPr id="513" name="Google Shape;513;p54"/>
          <p:cNvGrpSpPr/>
          <p:nvPr/>
        </p:nvGrpSpPr>
        <p:grpSpPr>
          <a:xfrm>
            <a:off x="7316569" y="2301325"/>
            <a:ext cx="761963" cy="906066"/>
            <a:chOff x="0" y="0"/>
            <a:chExt cx="2031900" cy="2416175"/>
          </a:xfrm>
        </p:grpSpPr>
        <p:cxnSp>
          <p:nvCxnSpPr>
            <p:cNvPr id="514" name="Google Shape;514;p54"/>
            <p:cNvCxnSpPr/>
            <p:nvPr/>
          </p:nvCxnSpPr>
          <p:spPr>
            <a:xfrm rot="10800000">
              <a:off x="1016000" y="1590575"/>
              <a:ext cx="0" cy="825600"/>
            </a:xfrm>
            <a:prstGeom prst="straightConnector1">
              <a:avLst/>
            </a:prstGeom>
            <a:noFill/>
            <a:ln cap="flat" cmpd="sng" w="14300">
              <a:solidFill>
                <a:srgbClr val="FCA502"/>
              </a:solidFill>
              <a:prstDash val="solid"/>
              <a:miter lim="80"/>
              <a:headEnd len="med" w="med" type="oval"/>
              <a:tailEnd len="sm" w="sm" type="none"/>
            </a:ln>
          </p:spPr>
        </p:cxnSp>
        <p:sp>
          <p:nvSpPr>
            <p:cNvPr id="515" name="Google Shape;515;p54"/>
            <p:cNvSpPr/>
            <p:nvPr/>
          </p:nvSpPr>
          <p:spPr>
            <a:xfrm>
              <a:off x="0" y="0"/>
              <a:ext cx="2031900" cy="2031900"/>
            </a:xfrm>
            <a:prstGeom prst="ellipse">
              <a:avLst/>
            </a:prstGeom>
            <a:solidFill>
              <a:srgbClr val="FCA50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grpSp>
      <p:sp>
        <p:nvSpPr>
          <p:cNvPr id="516" name="Google Shape;516;p54"/>
          <p:cNvSpPr/>
          <p:nvPr/>
        </p:nvSpPr>
        <p:spPr>
          <a:xfrm>
            <a:off x="7316569" y="2579455"/>
            <a:ext cx="762000" cy="205800"/>
          </a:xfrm>
          <a:prstGeom prst="rect">
            <a:avLst/>
          </a:prstGeom>
          <a:no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FFFFFF"/>
              </a:buClr>
              <a:buSzPts val="300"/>
              <a:buFont typeface="Montserrat Light"/>
              <a:buNone/>
            </a:pPr>
            <a:r>
              <a:rPr i="0" lang="en-GB" sz="1100" u="none" cap="none" strike="noStrike">
                <a:solidFill>
                  <a:srgbClr val="007200"/>
                </a:solidFill>
                <a:latin typeface="Plus Jakarta Sans SemiBold"/>
                <a:ea typeface="Plus Jakarta Sans SemiBold"/>
                <a:cs typeface="Plus Jakarta Sans SemiBold"/>
                <a:sym typeface="Plus Jakarta Sans SemiBold"/>
              </a:rPr>
              <a:t>2018</a:t>
            </a:r>
            <a:endParaRPr i="0" sz="500" u="none" cap="none" strike="noStrike">
              <a:solidFill>
                <a:srgbClr val="007200"/>
              </a:solidFill>
              <a:latin typeface="Plus Jakarta Sans SemiBold"/>
              <a:ea typeface="Plus Jakarta Sans SemiBold"/>
              <a:cs typeface="Plus Jakarta Sans SemiBold"/>
              <a:sym typeface="Plus Jakarta Sans SemiBold"/>
            </a:endParaRPr>
          </a:p>
        </p:txBody>
      </p:sp>
      <p:sp>
        <p:nvSpPr>
          <p:cNvPr id="517" name="Google Shape;517;p54"/>
          <p:cNvSpPr txBox="1"/>
          <p:nvPr/>
        </p:nvSpPr>
        <p:spPr>
          <a:xfrm>
            <a:off x="4650922" y="1225925"/>
            <a:ext cx="4018500" cy="6204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Forem esoma ipsum dolor sit amet, derasd fronda cons oetur sadipscing elitromas. Sed diam dnie nonumy.</a:t>
            </a:r>
            <a:endParaRPr sz="1800">
              <a:solidFill>
                <a:schemeClr val="dk2"/>
              </a:solidFill>
              <a:latin typeface="Plus Jakarta Sans"/>
              <a:ea typeface="Plus Jakarta Sans"/>
              <a:cs typeface="Plus Jakarta Sans"/>
              <a:sym typeface="Plus Jakarta Sans"/>
            </a:endParaRPr>
          </a:p>
        </p:txBody>
      </p:sp>
      <p:sp>
        <p:nvSpPr>
          <p:cNvPr id="518" name="Google Shape;518;p54"/>
          <p:cNvSpPr txBox="1"/>
          <p:nvPr/>
        </p:nvSpPr>
        <p:spPr>
          <a:xfrm>
            <a:off x="1150988" y="3297375"/>
            <a:ext cx="1617300" cy="248100"/>
          </a:xfrm>
          <a:prstGeom prst="rect">
            <a:avLst/>
          </a:prstGeom>
          <a:noFill/>
          <a:ln>
            <a:noFill/>
          </a:ln>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Entoa odm themas</a:t>
            </a:r>
            <a:endParaRPr b="1" sz="1800">
              <a:solidFill>
                <a:schemeClr val="dk2"/>
              </a:solidFill>
              <a:latin typeface="Plus Jakarta Sans"/>
              <a:ea typeface="Plus Jakarta Sans"/>
              <a:cs typeface="Plus Jakarta Sans"/>
              <a:sym typeface="Plus Jakarta Sans"/>
            </a:endParaRPr>
          </a:p>
        </p:txBody>
      </p:sp>
      <p:sp>
        <p:nvSpPr>
          <p:cNvPr id="519" name="Google Shape;519;p54"/>
          <p:cNvSpPr txBox="1"/>
          <p:nvPr/>
        </p:nvSpPr>
        <p:spPr>
          <a:xfrm>
            <a:off x="895175" y="3565250"/>
            <a:ext cx="2143200" cy="620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Eem sus  ipsusitn druamet, orem mdo ipsos dolor sit amet, deras conset.</a:t>
            </a:r>
            <a:endParaRPr sz="1800">
              <a:solidFill>
                <a:schemeClr val="dk2"/>
              </a:solidFill>
              <a:latin typeface="Plus Jakarta Sans"/>
              <a:ea typeface="Plus Jakarta Sans"/>
              <a:cs typeface="Plus Jakarta Sans"/>
              <a:sym typeface="Plus Jakarta Sans"/>
            </a:endParaRPr>
          </a:p>
        </p:txBody>
      </p:sp>
      <p:sp>
        <p:nvSpPr>
          <p:cNvPr id="520" name="Google Shape;520;p54"/>
          <p:cNvSpPr txBox="1"/>
          <p:nvPr/>
        </p:nvSpPr>
        <p:spPr>
          <a:xfrm>
            <a:off x="4012800" y="3338275"/>
            <a:ext cx="1617300" cy="248100"/>
          </a:xfrm>
          <a:prstGeom prst="rect">
            <a:avLst/>
          </a:prstGeom>
          <a:noFill/>
          <a:ln>
            <a:noFill/>
          </a:ln>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Entoa odm themas</a:t>
            </a:r>
            <a:endParaRPr b="1" sz="1800">
              <a:solidFill>
                <a:schemeClr val="dk2"/>
              </a:solidFill>
              <a:latin typeface="Plus Jakarta Sans"/>
              <a:ea typeface="Plus Jakarta Sans"/>
              <a:cs typeface="Plus Jakarta Sans"/>
              <a:sym typeface="Plus Jakarta Sans"/>
            </a:endParaRPr>
          </a:p>
        </p:txBody>
      </p:sp>
      <p:sp>
        <p:nvSpPr>
          <p:cNvPr id="521" name="Google Shape;521;p54"/>
          <p:cNvSpPr txBox="1"/>
          <p:nvPr/>
        </p:nvSpPr>
        <p:spPr>
          <a:xfrm>
            <a:off x="3756988" y="3606150"/>
            <a:ext cx="2143200" cy="620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Eem sus  ipsusitn druamet, orem mdo ipsos dolor sit amet, deras conset.</a:t>
            </a:r>
            <a:endParaRPr sz="1800">
              <a:solidFill>
                <a:schemeClr val="dk2"/>
              </a:solidFill>
              <a:latin typeface="Plus Jakarta Sans"/>
              <a:ea typeface="Plus Jakarta Sans"/>
              <a:cs typeface="Plus Jakarta Sans"/>
              <a:sym typeface="Plus Jakarta Sans"/>
            </a:endParaRPr>
          </a:p>
        </p:txBody>
      </p:sp>
      <p:sp>
        <p:nvSpPr>
          <p:cNvPr id="522" name="Google Shape;522;p54"/>
          <p:cNvSpPr txBox="1"/>
          <p:nvPr/>
        </p:nvSpPr>
        <p:spPr>
          <a:xfrm>
            <a:off x="6874638" y="3338275"/>
            <a:ext cx="1617300" cy="248100"/>
          </a:xfrm>
          <a:prstGeom prst="rect">
            <a:avLst/>
          </a:prstGeom>
          <a:noFill/>
          <a:ln>
            <a:noFill/>
          </a:ln>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GB" sz="1100">
                <a:solidFill>
                  <a:srgbClr val="151314"/>
                </a:solidFill>
                <a:latin typeface="Plus Jakarta Sans"/>
                <a:ea typeface="Plus Jakarta Sans"/>
                <a:cs typeface="Plus Jakarta Sans"/>
                <a:sym typeface="Plus Jakarta Sans"/>
              </a:rPr>
              <a:t>Entoa odm themas</a:t>
            </a:r>
            <a:endParaRPr b="1" sz="1800">
              <a:solidFill>
                <a:schemeClr val="dk2"/>
              </a:solidFill>
              <a:latin typeface="Plus Jakarta Sans"/>
              <a:ea typeface="Plus Jakarta Sans"/>
              <a:cs typeface="Plus Jakarta Sans"/>
              <a:sym typeface="Plus Jakarta Sans"/>
            </a:endParaRPr>
          </a:p>
        </p:txBody>
      </p:sp>
      <p:sp>
        <p:nvSpPr>
          <p:cNvPr id="523" name="Google Shape;523;p54"/>
          <p:cNvSpPr txBox="1"/>
          <p:nvPr/>
        </p:nvSpPr>
        <p:spPr>
          <a:xfrm>
            <a:off x="6618825" y="3606150"/>
            <a:ext cx="2143200" cy="620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Eem sus  ipsusitn druamet, orem mdo ipsos dolor sit amet, deras conset.</a:t>
            </a:r>
            <a:endParaRPr sz="180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5"/>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55"/>
          <p:cNvSpPr txBox="1"/>
          <p:nvPr>
            <p:ph idx="1" type="subTitle"/>
          </p:nvPr>
        </p:nvSpPr>
        <p:spPr>
          <a:xfrm>
            <a:off x="518500" y="1752972"/>
            <a:ext cx="3228300" cy="3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55"/>
          <p:cNvSpPr txBox="1"/>
          <p:nvPr/>
        </p:nvSpPr>
        <p:spPr>
          <a:xfrm>
            <a:off x="518500" y="2611622"/>
            <a:ext cx="2535900" cy="1762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rgbClr val="595457"/>
              </a:buClr>
              <a:buSzPts val="300"/>
              <a:buFont typeface="Montserrat Light"/>
              <a:buNone/>
            </a:pPr>
            <a:r>
              <a:rPr lang="en-GB" sz="1100">
                <a:solidFill>
                  <a:srgbClr val="595457"/>
                </a:solidFill>
                <a:latin typeface="Plus Jakarta Sans"/>
                <a:ea typeface="Plus Jakarta Sans"/>
                <a:cs typeface="Plus Jakarta Sans"/>
                <a:sym typeface="Plus Jakarta Sans"/>
              </a:rPr>
              <a:t>Atmo vero eos et accusam eto drer justo dresma the fosduo dolo es etoma jamos rebum. Steo clitan kuasd fruda gubegren, vero eos et acusa eto drer justo dresoma fosduo dolores etoma jamos rebum.</a:t>
            </a:r>
            <a:endParaRPr sz="500">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cxnSp>
        <p:nvCxnSpPr>
          <p:cNvPr id="531" name="Google Shape;531;p55"/>
          <p:cNvCxnSpPr/>
          <p:nvPr/>
        </p:nvCxnSpPr>
        <p:spPr>
          <a:xfrm>
            <a:off x="6421375" y="857250"/>
            <a:ext cx="0" cy="3705000"/>
          </a:xfrm>
          <a:prstGeom prst="straightConnector1">
            <a:avLst/>
          </a:prstGeom>
          <a:noFill/>
          <a:ln cap="flat" cmpd="sng" w="14300">
            <a:solidFill>
              <a:srgbClr val="D6D6D6"/>
            </a:solidFill>
            <a:prstDash val="solid"/>
            <a:miter lim="80"/>
            <a:headEnd len="sm" w="sm" type="none"/>
            <a:tailEnd len="sm" w="sm" type="none"/>
          </a:ln>
        </p:spPr>
      </p:cxnSp>
      <p:grpSp>
        <p:nvGrpSpPr>
          <p:cNvPr id="532" name="Google Shape;532;p55"/>
          <p:cNvGrpSpPr/>
          <p:nvPr/>
        </p:nvGrpSpPr>
        <p:grpSpPr>
          <a:xfrm>
            <a:off x="5276092" y="834125"/>
            <a:ext cx="1153800" cy="441900"/>
            <a:chOff x="0" y="0"/>
            <a:chExt cx="3076800" cy="1178400"/>
          </a:xfrm>
        </p:grpSpPr>
        <p:sp>
          <p:nvSpPr>
            <p:cNvPr id="533" name="Google Shape;533;p55"/>
            <p:cNvSpPr/>
            <p:nvPr/>
          </p:nvSpPr>
          <p:spPr>
            <a:xfrm>
              <a:off x="0" y="0"/>
              <a:ext cx="3076800" cy="1178400"/>
            </a:xfrm>
            <a:prstGeom prst="rect">
              <a:avLst/>
            </a:prstGeom>
            <a:solidFill>
              <a:srgbClr val="0072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sp>
          <p:nvSpPr>
            <p:cNvPr id="534" name="Google Shape;534;p55"/>
            <p:cNvSpPr/>
            <p:nvPr/>
          </p:nvSpPr>
          <p:spPr>
            <a:xfrm>
              <a:off x="452510" y="344805"/>
              <a:ext cx="2031900" cy="548700"/>
            </a:xfrm>
            <a:prstGeom prst="rect">
              <a:avLst/>
            </a:prstGeom>
            <a:solidFill>
              <a:srgbClr val="007200"/>
            </a:solid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FFFFFF"/>
                </a:buClr>
                <a:buSzPts val="300"/>
                <a:buFont typeface="Montserrat Light"/>
                <a:buNone/>
              </a:pPr>
              <a:r>
                <a:rPr i="0" lang="en-GB" sz="1100" u="none" cap="none" strike="noStrike">
                  <a:solidFill>
                    <a:srgbClr val="FFFFFF"/>
                  </a:solidFill>
                  <a:latin typeface="Plus Jakarta Sans SemiBold"/>
                  <a:ea typeface="Plus Jakarta Sans SemiBold"/>
                  <a:cs typeface="Plus Jakarta Sans SemiBold"/>
                  <a:sym typeface="Plus Jakarta Sans SemiBold"/>
                </a:rPr>
                <a:t>2018</a:t>
              </a:r>
              <a:endParaRPr i="0" sz="500" u="none" cap="none" strike="noStrike">
                <a:solidFill>
                  <a:srgbClr val="000000"/>
                </a:solidFill>
                <a:latin typeface="Plus Jakarta Sans SemiBold"/>
                <a:ea typeface="Plus Jakarta Sans SemiBold"/>
                <a:cs typeface="Plus Jakarta Sans SemiBold"/>
                <a:sym typeface="Plus Jakarta Sans SemiBold"/>
              </a:endParaRPr>
            </a:p>
          </p:txBody>
        </p:sp>
      </p:grpSp>
      <p:grpSp>
        <p:nvGrpSpPr>
          <p:cNvPr id="535" name="Google Shape;535;p55"/>
          <p:cNvGrpSpPr/>
          <p:nvPr/>
        </p:nvGrpSpPr>
        <p:grpSpPr>
          <a:xfrm>
            <a:off x="6620554" y="834125"/>
            <a:ext cx="2014200" cy="871492"/>
            <a:chOff x="-143867" y="381200"/>
            <a:chExt cx="5371200" cy="2323979"/>
          </a:xfrm>
        </p:grpSpPr>
        <p:sp>
          <p:nvSpPr>
            <p:cNvPr id="536" name="Google Shape;536;p55"/>
            <p:cNvSpPr/>
            <p:nvPr/>
          </p:nvSpPr>
          <p:spPr>
            <a:xfrm>
              <a:off x="-143867" y="381200"/>
              <a:ext cx="53712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Dresda etoa jm osdoma.</a:t>
              </a:r>
              <a:endParaRPr b="1" i="0" sz="500" u="none" cap="none" strike="noStrike">
                <a:solidFill>
                  <a:srgbClr val="000000"/>
                </a:solidFill>
                <a:latin typeface="Plus Jakarta Sans"/>
                <a:ea typeface="Plus Jakarta Sans"/>
                <a:cs typeface="Plus Jakarta Sans"/>
                <a:sym typeface="Plus Jakarta Sans"/>
              </a:endParaRPr>
            </a:p>
          </p:txBody>
        </p:sp>
        <p:sp>
          <p:nvSpPr>
            <p:cNvPr id="537" name="Google Shape;537;p55"/>
            <p:cNvSpPr/>
            <p:nvPr/>
          </p:nvSpPr>
          <p:spPr>
            <a:xfrm>
              <a:off x="-143867" y="1059379"/>
              <a:ext cx="5371200" cy="16458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Eem sus  ipsusitn druamet, orem esomdo ipsos dolor sit amet, deras consetet.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538" name="Google Shape;538;p55"/>
          <p:cNvGrpSpPr/>
          <p:nvPr/>
        </p:nvGrpSpPr>
        <p:grpSpPr>
          <a:xfrm>
            <a:off x="6433494" y="2254968"/>
            <a:ext cx="1153800" cy="441900"/>
            <a:chOff x="0" y="0"/>
            <a:chExt cx="3076800" cy="1178400"/>
          </a:xfrm>
        </p:grpSpPr>
        <p:sp>
          <p:nvSpPr>
            <p:cNvPr id="539" name="Google Shape;539;p55"/>
            <p:cNvSpPr/>
            <p:nvPr/>
          </p:nvSpPr>
          <p:spPr>
            <a:xfrm>
              <a:off x="0" y="0"/>
              <a:ext cx="3076800" cy="1178400"/>
            </a:xfrm>
            <a:prstGeom prst="rect">
              <a:avLst/>
            </a:prstGeom>
            <a:solidFill>
              <a:srgbClr val="0072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sp>
          <p:nvSpPr>
            <p:cNvPr id="540" name="Google Shape;540;p55"/>
            <p:cNvSpPr/>
            <p:nvPr/>
          </p:nvSpPr>
          <p:spPr>
            <a:xfrm>
              <a:off x="452510" y="344805"/>
              <a:ext cx="2031900" cy="548700"/>
            </a:xfrm>
            <a:prstGeom prst="rect">
              <a:avLst/>
            </a:prstGeom>
            <a:solidFill>
              <a:srgbClr val="007200"/>
            </a:solid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FFFFFF"/>
                </a:buClr>
                <a:buSzPts val="300"/>
                <a:buFont typeface="Montserrat Light"/>
                <a:buNone/>
              </a:pPr>
              <a:r>
                <a:rPr i="0" lang="en-GB" sz="1100" u="none" cap="none" strike="noStrike">
                  <a:solidFill>
                    <a:srgbClr val="FFFFFF"/>
                  </a:solidFill>
                  <a:latin typeface="Plus Jakarta Sans SemiBold"/>
                  <a:ea typeface="Plus Jakarta Sans SemiBold"/>
                  <a:cs typeface="Plus Jakarta Sans SemiBold"/>
                  <a:sym typeface="Plus Jakarta Sans SemiBold"/>
                </a:rPr>
                <a:t>2019</a:t>
              </a:r>
              <a:endParaRPr i="0" sz="500" u="none" cap="none" strike="noStrike">
                <a:solidFill>
                  <a:srgbClr val="000000"/>
                </a:solidFill>
                <a:latin typeface="Plus Jakarta Sans SemiBold"/>
                <a:ea typeface="Plus Jakarta Sans SemiBold"/>
                <a:cs typeface="Plus Jakarta Sans SemiBold"/>
                <a:sym typeface="Plus Jakarta Sans SemiBold"/>
              </a:endParaRPr>
            </a:p>
          </p:txBody>
        </p:sp>
      </p:grpSp>
      <p:grpSp>
        <p:nvGrpSpPr>
          <p:cNvPr id="541" name="Google Shape;541;p55"/>
          <p:cNvGrpSpPr/>
          <p:nvPr/>
        </p:nvGrpSpPr>
        <p:grpSpPr>
          <a:xfrm>
            <a:off x="4251382" y="2218993"/>
            <a:ext cx="2014200" cy="871492"/>
            <a:chOff x="0" y="0"/>
            <a:chExt cx="5371200" cy="2323979"/>
          </a:xfrm>
        </p:grpSpPr>
        <p:sp>
          <p:nvSpPr>
            <p:cNvPr id="542" name="Google Shape;542;p55"/>
            <p:cNvSpPr/>
            <p:nvPr/>
          </p:nvSpPr>
          <p:spPr>
            <a:xfrm>
              <a:off x="0" y="0"/>
              <a:ext cx="53712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Dresda etoa jm osdoma.</a:t>
              </a:r>
              <a:endParaRPr b="1" i="0" sz="500" u="none" cap="none" strike="noStrike">
                <a:solidFill>
                  <a:srgbClr val="000000"/>
                </a:solidFill>
                <a:latin typeface="Plus Jakarta Sans"/>
                <a:ea typeface="Plus Jakarta Sans"/>
                <a:cs typeface="Plus Jakarta Sans"/>
                <a:sym typeface="Plus Jakarta Sans"/>
              </a:endParaRPr>
            </a:p>
          </p:txBody>
        </p:sp>
        <p:sp>
          <p:nvSpPr>
            <p:cNvPr id="543" name="Google Shape;543;p55"/>
            <p:cNvSpPr/>
            <p:nvPr/>
          </p:nvSpPr>
          <p:spPr>
            <a:xfrm>
              <a:off x="0" y="678179"/>
              <a:ext cx="5371200" cy="16458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Eem sus  ipsusitn druamet, orem esomdo ipsos dolor sit amet, deras consetet.</a:t>
              </a:r>
              <a:endParaRPr i="0" sz="500" u="none" cap="none" strike="noStrike">
                <a:solidFill>
                  <a:srgbClr val="000000"/>
                </a:solidFill>
                <a:latin typeface="Plus Jakarta Sans"/>
                <a:ea typeface="Plus Jakarta Sans"/>
                <a:cs typeface="Plus Jakarta Sans"/>
                <a:sym typeface="Plus Jakarta Sans"/>
              </a:endParaRPr>
            </a:p>
          </p:txBody>
        </p:sp>
      </p:grpSp>
      <p:grpSp>
        <p:nvGrpSpPr>
          <p:cNvPr id="544" name="Google Shape;544;p55"/>
          <p:cNvGrpSpPr/>
          <p:nvPr/>
        </p:nvGrpSpPr>
        <p:grpSpPr>
          <a:xfrm>
            <a:off x="5276098" y="3723687"/>
            <a:ext cx="1153800" cy="441900"/>
            <a:chOff x="0" y="0"/>
            <a:chExt cx="3076800" cy="1178400"/>
          </a:xfrm>
        </p:grpSpPr>
        <p:sp>
          <p:nvSpPr>
            <p:cNvPr id="545" name="Google Shape;545;p55"/>
            <p:cNvSpPr/>
            <p:nvPr/>
          </p:nvSpPr>
          <p:spPr>
            <a:xfrm>
              <a:off x="0" y="0"/>
              <a:ext cx="3076800" cy="1178400"/>
            </a:xfrm>
            <a:prstGeom prst="rect">
              <a:avLst/>
            </a:prstGeom>
            <a:solidFill>
              <a:srgbClr val="0072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900"/>
                <a:buFont typeface="Helvetica Neue Light"/>
                <a:buNone/>
              </a:pPr>
              <a:r>
                <a:t/>
              </a:r>
              <a:endParaRPr b="0" i="0" sz="1900" u="none" cap="none" strike="noStrike">
                <a:solidFill>
                  <a:srgbClr val="000000"/>
                </a:solidFill>
                <a:latin typeface="Helvetica Neue Light"/>
                <a:ea typeface="Helvetica Neue Light"/>
                <a:cs typeface="Helvetica Neue Light"/>
                <a:sym typeface="Helvetica Neue Light"/>
              </a:endParaRPr>
            </a:p>
          </p:txBody>
        </p:sp>
        <p:sp>
          <p:nvSpPr>
            <p:cNvPr id="546" name="Google Shape;546;p55"/>
            <p:cNvSpPr/>
            <p:nvPr/>
          </p:nvSpPr>
          <p:spPr>
            <a:xfrm>
              <a:off x="452510" y="344805"/>
              <a:ext cx="2031900" cy="548700"/>
            </a:xfrm>
            <a:prstGeom prst="rect">
              <a:avLst/>
            </a:prstGeom>
            <a:solidFill>
              <a:srgbClr val="007200"/>
            </a:solidFill>
            <a:ln>
              <a:noFill/>
            </a:ln>
          </p:spPr>
          <p:txBody>
            <a:bodyPr anchorCtr="0" anchor="ctr" bIns="17150" lIns="17150" spcFirstLastPara="1" rIns="17150" wrap="square" tIns="17150">
              <a:noAutofit/>
            </a:bodyPr>
            <a:lstStyle/>
            <a:p>
              <a:pPr indent="0" lvl="0" marL="0" marR="0" rtl="0" algn="ctr">
                <a:lnSpc>
                  <a:spcPct val="120000"/>
                </a:lnSpc>
                <a:spcBef>
                  <a:spcPts val="0"/>
                </a:spcBef>
                <a:spcAft>
                  <a:spcPts val="0"/>
                </a:spcAft>
                <a:buClr>
                  <a:srgbClr val="FFFFFF"/>
                </a:buClr>
                <a:buSzPts val="300"/>
                <a:buFont typeface="Montserrat Light"/>
                <a:buNone/>
              </a:pPr>
              <a:r>
                <a:rPr i="0" lang="en-GB" sz="1100" u="none" cap="none" strike="noStrike">
                  <a:solidFill>
                    <a:srgbClr val="FFFFFF"/>
                  </a:solidFill>
                  <a:latin typeface="Plus Jakarta Sans SemiBold"/>
                  <a:ea typeface="Plus Jakarta Sans SemiBold"/>
                  <a:cs typeface="Plus Jakarta Sans SemiBold"/>
                  <a:sym typeface="Plus Jakarta Sans SemiBold"/>
                </a:rPr>
                <a:t>2020</a:t>
              </a:r>
              <a:endParaRPr i="0" sz="500" u="none" cap="none" strike="noStrike">
                <a:solidFill>
                  <a:srgbClr val="000000"/>
                </a:solidFill>
                <a:latin typeface="Plus Jakarta Sans SemiBold"/>
                <a:ea typeface="Plus Jakarta Sans SemiBold"/>
                <a:cs typeface="Plus Jakarta Sans SemiBold"/>
                <a:sym typeface="Plus Jakarta Sans SemiBold"/>
              </a:endParaRPr>
            </a:p>
          </p:txBody>
        </p:sp>
      </p:grpSp>
      <p:grpSp>
        <p:nvGrpSpPr>
          <p:cNvPr id="547" name="Google Shape;547;p55"/>
          <p:cNvGrpSpPr/>
          <p:nvPr/>
        </p:nvGrpSpPr>
        <p:grpSpPr>
          <a:xfrm>
            <a:off x="6620559" y="3723687"/>
            <a:ext cx="2014200" cy="871492"/>
            <a:chOff x="0" y="0"/>
            <a:chExt cx="5371200" cy="2323979"/>
          </a:xfrm>
        </p:grpSpPr>
        <p:sp>
          <p:nvSpPr>
            <p:cNvPr id="548" name="Google Shape;548;p55"/>
            <p:cNvSpPr/>
            <p:nvPr/>
          </p:nvSpPr>
          <p:spPr>
            <a:xfrm>
              <a:off x="0" y="0"/>
              <a:ext cx="5371200" cy="5487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151314"/>
                </a:buClr>
                <a:buSzPts val="300"/>
                <a:buFont typeface="Montserrat"/>
                <a:buNone/>
              </a:pPr>
              <a:r>
                <a:rPr b="1" i="0" lang="en-GB" sz="1100" u="none" cap="none" strike="noStrike">
                  <a:solidFill>
                    <a:srgbClr val="151314"/>
                  </a:solidFill>
                  <a:latin typeface="Plus Jakarta Sans"/>
                  <a:ea typeface="Plus Jakarta Sans"/>
                  <a:cs typeface="Plus Jakarta Sans"/>
                  <a:sym typeface="Plus Jakarta Sans"/>
                </a:rPr>
                <a:t>Dresda etoa jm osdoma.</a:t>
              </a:r>
              <a:endParaRPr b="1" i="0" sz="500" u="none" cap="none" strike="noStrike">
                <a:solidFill>
                  <a:srgbClr val="000000"/>
                </a:solidFill>
                <a:latin typeface="Plus Jakarta Sans"/>
                <a:ea typeface="Plus Jakarta Sans"/>
                <a:cs typeface="Plus Jakarta Sans"/>
                <a:sym typeface="Plus Jakarta Sans"/>
              </a:endParaRPr>
            </a:p>
          </p:txBody>
        </p:sp>
        <p:sp>
          <p:nvSpPr>
            <p:cNvPr id="549" name="Google Shape;549;p55"/>
            <p:cNvSpPr/>
            <p:nvPr/>
          </p:nvSpPr>
          <p:spPr>
            <a:xfrm>
              <a:off x="0" y="678179"/>
              <a:ext cx="5371200" cy="1645800"/>
            </a:xfrm>
            <a:prstGeom prst="rect">
              <a:avLst/>
            </a:prstGeom>
            <a:noFill/>
            <a:ln>
              <a:noFill/>
            </a:ln>
          </p:spPr>
          <p:txBody>
            <a:bodyPr anchorCtr="0" anchor="ctr" bIns="17150" lIns="17150" spcFirstLastPara="1" rIns="17150" wrap="square" tIns="17150">
              <a:noAutofit/>
            </a:bodyPr>
            <a:lstStyle/>
            <a:p>
              <a:pPr indent="0" lvl="0" marL="0" marR="0" rtl="0" algn="l">
                <a:lnSpc>
                  <a:spcPct val="120000"/>
                </a:lnSpc>
                <a:spcBef>
                  <a:spcPts val="0"/>
                </a:spcBef>
                <a:spcAft>
                  <a:spcPts val="0"/>
                </a:spcAft>
                <a:buClr>
                  <a:srgbClr val="595457"/>
                </a:buClr>
                <a:buSzPts val="300"/>
                <a:buFont typeface="Montserrat Light"/>
                <a:buNone/>
              </a:pPr>
              <a:r>
                <a:rPr i="0" lang="en-GB" sz="1100" u="none" cap="none" strike="noStrike">
                  <a:solidFill>
                    <a:srgbClr val="595457"/>
                  </a:solidFill>
                  <a:latin typeface="Plus Jakarta Sans"/>
                  <a:ea typeface="Plus Jakarta Sans"/>
                  <a:cs typeface="Plus Jakarta Sans"/>
                  <a:sym typeface="Plus Jakarta Sans"/>
                </a:rPr>
                <a:t>Eem sus  ipsusitn druamet, orem esomdo ipsos dolor sit amet, deras consetet.</a:t>
              </a:r>
              <a:endParaRPr i="0" sz="500" u="none" cap="none" strike="noStrike">
                <a:solidFill>
                  <a:srgbClr val="000000"/>
                </a:solidFill>
                <a:latin typeface="Plus Jakarta Sans"/>
                <a:ea typeface="Plus Jakarta Sans"/>
                <a:cs typeface="Plus Jakarta Sans"/>
                <a:sym typeface="Plus Jakarta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6"/>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6"/>
          <p:cNvSpPr/>
          <p:nvPr>
            <p:ph idx="2" type="pic"/>
          </p:nvPr>
        </p:nvSpPr>
        <p:spPr>
          <a:xfrm>
            <a:off x="701538" y="1900275"/>
            <a:ext cx="1780500" cy="2140200"/>
          </a:xfrm>
          <a:prstGeom prst="roundRect">
            <a:avLst>
              <a:gd fmla="val 16667" name="adj"/>
            </a:avLst>
          </a:prstGeom>
        </p:spPr>
      </p:sp>
      <p:sp>
        <p:nvSpPr>
          <p:cNvPr id="556" name="Google Shape;556;p56"/>
          <p:cNvSpPr/>
          <p:nvPr>
            <p:ph idx="3" type="pic"/>
          </p:nvPr>
        </p:nvSpPr>
        <p:spPr>
          <a:xfrm>
            <a:off x="6661963" y="1900275"/>
            <a:ext cx="1780500" cy="2140200"/>
          </a:xfrm>
          <a:prstGeom prst="roundRect">
            <a:avLst>
              <a:gd fmla="val 16667" name="adj"/>
            </a:avLst>
          </a:prstGeom>
        </p:spPr>
      </p:sp>
      <p:sp>
        <p:nvSpPr>
          <p:cNvPr id="557" name="Google Shape;557;p56"/>
          <p:cNvSpPr/>
          <p:nvPr>
            <p:ph idx="4" type="pic"/>
          </p:nvPr>
        </p:nvSpPr>
        <p:spPr>
          <a:xfrm>
            <a:off x="4675163" y="1900275"/>
            <a:ext cx="1780500" cy="2140200"/>
          </a:xfrm>
          <a:prstGeom prst="roundRect">
            <a:avLst>
              <a:gd fmla="val 16667" name="adj"/>
            </a:avLst>
          </a:prstGeom>
        </p:spPr>
      </p:sp>
      <p:sp>
        <p:nvSpPr>
          <p:cNvPr id="558" name="Google Shape;558;p56"/>
          <p:cNvSpPr/>
          <p:nvPr>
            <p:ph idx="5" type="pic"/>
          </p:nvPr>
        </p:nvSpPr>
        <p:spPr>
          <a:xfrm>
            <a:off x="2688350" y="1900275"/>
            <a:ext cx="1780500" cy="2140200"/>
          </a:xfrm>
          <a:prstGeom prst="roundRect">
            <a:avLst>
              <a:gd fmla="val 16667" name="adj"/>
            </a:avLst>
          </a:prstGeom>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7"/>
          <p:cNvSpPr txBox="1"/>
          <p:nvPr>
            <p:ph type="title"/>
          </p:nvPr>
        </p:nvSpPr>
        <p:spPr>
          <a:xfrm>
            <a:off x="5994750" y="911200"/>
            <a:ext cx="271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7"/>
          <p:cNvSpPr/>
          <p:nvPr>
            <p:ph idx="2" type="pic"/>
          </p:nvPr>
        </p:nvSpPr>
        <p:spPr>
          <a:xfrm>
            <a:off x="594475" y="938200"/>
            <a:ext cx="2472900" cy="3543000"/>
          </a:xfrm>
          <a:prstGeom prst="rect">
            <a:avLst/>
          </a:prstGeom>
        </p:spPr>
      </p:sp>
      <p:sp>
        <p:nvSpPr>
          <p:cNvPr id="565" name="Google Shape;565;p57"/>
          <p:cNvSpPr/>
          <p:nvPr>
            <p:ph idx="3" type="pic"/>
          </p:nvPr>
        </p:nvSpPr>
        <p:spPr>
          <a:xfrm>
            <a:off x="3184225" y="938200"/>
            <a:ext cx="2274900" cy="1735500"/>
          </a:xfrm>
          <a:prstGeom prst="rect">
            <a:avLst/>
          </a:prstGeom>
        </p:spPr>
      </p:sp>
      <p:sp>
        <p:nvSpPr>
          <p:cNvPr id="566" name="Google Shape;566;p57"/>
          <p:cNvSpPr/>
          <p:nvPr>
            <p:ph idx="4" type="pic"/>
          </p:nvPr>
        </p:nvSpPr>
        <p:spPr>
          <a:xfrm>
            <a:off x="3184225" y="2745700"/>
            <a:ext cx="2274900" cy="1735500"/>
          </a:xfrm>
          <a:prstGeom prst="rect">
            <a:avLst/>
          </a:prstGeom>
        </p:spPr>
      </p:sp>
      <p:sp>
        <p:nvSpPr>
          <p:cNvPr id="567" name="Google Shape;567;p57"/>
          <p:cNvSpPr txBox="1"/>
          <p:nvPr>
            <p:ph idx="1" type="subTitle"/>
          </p:nvPr>
        </p:nvSpPr>
        <p:spPr>
          <a:xfrm>
            <a:off x="5994750" y="2134150"/>
            <a:ext cx="2472900" cy="42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8"/>
          <p:cNvSpPr txBox="1"/>
          <p:nvPr>
            <p:ph type="title"/>
          </p:nvPr>
        </p:nvSpPr>
        <p:spPr>
          <a:xfrm>
            <a:off x="518500" y="768725"/>
            <a:ext cx="342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8"/>
          <p:cNvSpPr/>
          <p:nvPr>
            <p:ph idx="2" type="pic"/>
          </p:nvPr>
        </p:nvSpPr>
        <p:spPr>
          <a:xfrm>
            <a:off x="777788" y="2098150"/>
            <a:ext cx="1791600" cy="2274900"/>
          </a:xfrm>
          <a:prstGeom prst="roundRect">
            <a:avLst>
              <a:gd fmla="val 16667" name="adj"/>
            </a:avLst>
          </a:prstGeom>
        </p:spPr>
      </p:sp>
      <p:sp>
        <p:nvSpPr>
          <p:cNvPr id="574" name="Google Shape;574;p58"/>
          <p:cNvSpPr/>
          <p:nvPr>
            <p:ph idx="3" type="pic"/>
          </p:nvPr>
        </p:nvSpPr>
        <p:spPr>
          <a:xfrm>
            <a:off x="2710062" y="2098150"/>
            <a:ext cx="1791600" cy="2274900"/>
          </a:xfrm>
          <a:prstGeom prst="roundRect">
            <a:avLst>
              <a:gd fmla="val 16667" name="adj"/>
            </a:avLst>
          </a:prstGeom>
        </p:spPr>
      </p:sp>
      <p:sp>
        <p:nvSpPr>
          <p:cNvPr id="575" name="Google Shape;575;p58"/>
          <p:cNvSpPr/>
          <p:nvPr>
            <p:ph idx="4" type="pic"/>
          </p:nvPr>
        </p:nvSpPr>
        <p:spPr>
          <a:xfrm>
            <a:off x="4642336" y="2098150"/>
            <a:ext cx="1791600" cy="2274900"/>
          </a:xfrm>
          <a:prstGeom prst="roundRect">
            <a:avLst>
              <a:gd fmla="val 16667" name="adj"/>
            </a:avLst>
          </a:prstGeom>
        </p:spPr>
      </p:sp>
      <p:sp>
        <p:nvSpPr>
          <p:cNvPr id="576" name="Google Shape;576;p58"/>
          <p:cNvSpPr/>
          <p:nvPr>
            <p:ph idx="5" type="pic"/>
          </p:nvPr>
        </p:nvSpPr>
        <p:spPr>
          <a:xfrm>
            <a:off x="6574611" y="2098150"/>
            <a:ext cx="1791600" cy="2274900"/>
          </a:xfrm>
          <a:prstGeom prst="roundRect">
            <a:avLst>
              <a:gd fmla="val 16667" name="adj"/>
            </a:avLst>
          </a:prstGeom>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9"/>
          <p:cNvSpPr txBox="1"/>
          <p:nvPr>
            <p:ph type="title"/>
          </p:nvPr>
        </p:nvSpPr>
        <p:spPr>
          <a:xfrm>
            <a:off x="581475" y="768725"/>
            <a:ext cx="5318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9"/>
          <p:cNvSpPr txBox="1"/>
          <p:nvPr>
            <p:ph idx="1" type="subTitle"/>
          </p:nvPr>
        </p:nvSpPr>
        <p:spPr>
          <a:xfrm>
            <a:off x="1017112" y="1729460"/>
            <a:ext cx="6123600" cy="36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9"/>
          <p:cNvSpPr txBox="1"/>
          <p:nvPr>
            <p:ph idx="2" type="subTitle"/>
          </p:nvPr>
        </p:nvSpPr>
        <p:spPr>
          <a:xfrm>
            <a:off x="1017112" y="2469935"/>
            <a:ext cx="6123600" cy="36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9"/>
          <p:cNvSpPr txBox="1"/>
          <p:nvPr>
            <p:ph idx="3" type="subTitle"/>
          </p:nvPr>
        </p:nvSpPr>
        <p:spPr>
          <a:xfrm>
            <a:off x="1017112" y="3059360"/>
            <a:ext cx="6123600" cy="36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9"/>
          <p:cNvSpPr txBox="1"/>
          <p:nvPr>
            <p:ph idx="4" type="subTitle"/>
          </p:nvPr>
        </p:nvSpPr>
        <p:spPr>
          <a:xfrm>
            <a:off x="1017112" y="3616385"/>
            <a:ext cx="6123600" cy="36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0"/>
          <p:cNvSpPr txBox="1"/>
          <p:nvPr>
            <p:ph type="title"/>
          </p:nvPr>
        </p:nvSpPr>
        <p:spPr>
          <a:xfrm>
            <a:off x="603475" y="920200"/>
            <a:ext cx="3246300" cy="83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0"/>
          <p:cNvSpPr txBox="1"/>
          <p:nvPr>
            <p:ph idx="1" type="subTitle"/>
          </p:nvPr>
        </p:nvSpPr>
        <p:spPr>
          <a:xfrm>
            <a:off x="917688" y="3330100"/>
            <a:ext cx="1978200" cy="80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60"/>
          <p:cNvSpPr txBox="1"/>
          <p:nvPr>
            <p:ph idx="2" type="subTitle"/>
          </p:nvPr>
        </p:nvSpPr>
        <p:spPr>
          <a:xfrm>
            <a:off x="5997113" y="3330100"/>
            <a:ext cx="1978200" cy="80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60"/>
          <p:cNvSpPr txBox="1"/>
          <p:nvPr>
            <p:ph idx="3" type="subTitle"/>
          </p:nvPr>
        </p:nvSpPr>
        <p:spPr>
          <a:xfrm>
            <a:off x="3582888" y="3378600"/>
            <a:ext cx="1978200" cy="80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1"/>
          <p:cNvSpPr txBox="1"/>
          <p:nvPr>
            <p:ph type="title"/>
          </p:nvPr>
        </p:nvSpPr>
        <p:spPr>
          <a:xfrm>
            <a:off x="518500" y="1779750"/>
            <a:ext cx="3420900" cy="141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Sample of Implementation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2"/>
          <p:cNvSpPr txBox="1"/>
          <p:nvPr/>
        </p:nvSpPr>
        <p:spPr>
          <a:xfrm>
            <a:off x="336450" y="2803154"/>
            <a:ext cx="3576900" cy="797100"/>
          </a:xfrm>
          <a:prstGeom prst="rect">
            <a:avLst/>
          </a:prstGeom>
          <a:noFill/>
          <a:ln>
            <a:noFill/>
          </a:ln>
        </p:spPr>
        <p:txBody>
          <a:bodyPr anchorCtr="0" anchor="t" bIns="115475" lIns="115475" spcFirstLastPara="1" rIns="115475" wrap="square" tIns="115475">
            <a:spAutoFit/>
          </a:bodyPr>
          <a:lstStyle/>
          <a:p>
            <a:pPr indent="0" lvl="0" marL="0" rtl="0" algn="l">
              <a:lnSpc>
                <a:spcPct val="115000"/>
              </a:lnSpc>
              <a:spcBef>
                <a:spcPts val="0"/>
              </a:spcBef>
              <a:spcAft>
                <a:spcPts val="0"/>
              </a:spcAft>
              <a:buNone/>
            </a:pPr>
            <a:r>
              <a:rPr lang="en-GB" sz="3664">
                <a:solidFill>
                  <a:srgbClr val="141414"/>
                </a:solidFill>
                <a:latin typeface="Plus Jakarta Sans ExtraBold"/>
                <a:ea typeface="Plus Jakarta Sans ExtraBold"/>
                <a:cs typeface="Plus Jakarta Sans ExtraBold"/>
                <a:sym typeface="Plus Jakarta Sans ExtraBold"/>
              </a:rPr>
              <a:t>Terima Kasih</a:t>
            </a:r>
            <a:endParaRPr sz="3664">
              <a:solidFill>
                <a:srgbClr val="141414"/>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3"/>
          <p:cNvSpPr txBox="1"/>
          <p:nvPr/>
        </p:nvSpPr>
        <p:spPr>
          <a:xfrm>
            <a:off x="336450" y="2803154"/>
            <a:ext cx="3576900" cy="797100"/>
          </a:xfrm>
          <a:prstGeom prst="rect">
            <a:avLst/>
          </a:prstGeom>
          <a:noFill/>
          <a:ln>
            <a:noFill/>
          </a:ln>
        </p:spPr>
        <p:txBody>
          <a:bodyPr anchorCtr="0" anchor="t" bIns="115475" lIns="115475" spcFirstLastPara="1" rIns="115475" wrap="square" tIns="115475">
            <a:spAutoFit/>
          </a:bodyPr>
          <a:lstStyle/>
          <a:p>
            <a:pPr indent="0" lvl="0" marL="0" rtl="0" algn="l">
              <a:lnSpc>
                <a:spcPct val="115000"/>
              </a:lnSpc>
              <a:spcBef>
                <a:spcPts val="0"/>
              </a:spcBef>
              <a:spcAft>
                <a:spcPts val="0"/>
              </a:spcAft>
              <a:buNone/>
            </a:pPr>
            <a:r>
              <a:rPr lang="en-GB" sz="3664">
                <a:solidFill>
                  <a:srgbClr val="141414"/>
                </a:solidFill>
                <a:latin typeface="Plus Jakarta Sans ExtraBold"/>
                <a:ea typeface="Plus Jakarta Sans ExtraBold"/>
                <a:cs typeface="Plus Jakarta Sans ExtraBold"/>
                <a:sym typeface="Plus Jakarta Sans ExtraBold"/>
              </a:rPr>
              <a:t>Terima Kasih</a:t>
            </a:r>
            <a:endParaRPr sz="3664">
              <a:solidFill>
                <a:srgbClr val="141414"/>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4"/>
          <p:cNvSpPr txBox="1"/>
          <p:nvPr/>
        </p:nvSpPr>
        <p:spPr>
          <a:xfrm>
            <a:off x="397150" y="1443250"/>
            <a:ext cx="422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600">
                <a:solidFill>
                  <a:srgbClr val="141414"/>
                </a:solidFill>
                <a:latin typeface="Plus Jakarta Sans ExtraBold"/>
                <a:ea typeface="Plus Jakarta Sans ExtraBold"/>
                <a:cs typeface="Plus Jakarta Sans ExtraBold"/>
                <a:sym typeface="Plus Jakarta Sans ExtraBold"/>
              </a:rPr>
              <a:t>Appendix:</a:t>
            </a:r>
            <a:br>
              <a:rPr lang="en-GB" sz="3600">
                <a:solidFill>
                  <a:srgbClr val="141414"/>
                </a:solidFill>
                <a:latin typeface="Plus Jakarta Sans ExtraBold"/>
                <a:ea typeface="Plus Jakarta Sans ExtraBold"/>
                <a:cs typeface="Plus Jakarta Sans ExtraBold"/>
                <a:sym typeface="Plus Jakarta Sans ExtraBold"/>
              </a:rPr>
            </a:br>
            <a:r>
              <a:rPr lang="en-GB" sz="3600">
                <a:solidFill>
                  <a:srgbClr val="141414"/>
                </a:solidFill>
                <a:latin typeface="Plus Jakarta Sans ExtraBold"/>
                <a:ea typeface="Plus Jakarta Sans ExtraBold"/>
                <a:cs typeface="Plus Jakarta Sans ExtraBold"/>
                <a:sym typeface="Plus Jakarta Sans ExtraBold"/>
              </a:rPr>
              <a:t>Iconography</a:t>
            </a:r>
            <a:endParaRPr i="1" sz="3600">
              <a:solidFill>
                <a:srgbClr val="141414"/>
              </a:solidFill>
              <a:latin typeface="Plus Jakarta Sans Medium"/>
              <a:ea typeface="Plus Jakarta Sans Medium"/>
              <a:cs typeface="Plus Jakarta Sans Medium"/>
              <a:sym typeface="Plus Jakarta Sans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5"/>
          <p:cNvSpPr txBox="1"/>
          <p:nvPr/>
        </p:nvSpPr>
        <p:spPr>
          <a:xfrm>
            <a:off x="454300" y="1153790"/>
            <a:ext cx="138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latin typeface="Plus Jakarta Sans ExtraBold"/>
                <a:ea typeface="Plus Jakarta Sans ExtraBold"/>
                <a:cs typeface="Plus Jakarta Sans ExtraBold"/>
                <a:sym typeface="Plus Jakarta Sans ExtraBold"/>
              </a:rPr>
              <a:t>Headline:</a:t>
            </a:r>
            <a:endParaRPr sz="1800">
              <a:solidFill>
                <a:schemeClr val="dk2"/>
              </a:solidFill>
              <a:latin typeface="Plus Jakarta Sans ExtraBold"/>
              <a:ea typeface="Plus Jakarta Sans ExtraBold"/>
              <a:cs typeface="Plus Jakarta Sans ExtraBold"/>
              <a:sym typeface="Plus Jakarta Sans ExtraBold"/>
            </a:endParaRPr>
          </a:p>
        </p:txBody>
      </p:sp>
      <p:sp>
        <p:nvSpPr>
          <p:cNvPr id="619" name="Google Shape;619;p65"/>
          <p:cNvSpPr txBox="1"/>
          <p:nvPr/>
        </p:nvSpPr>
        <p:spPr>
          <a:xfrm>
            <a:off x="423575" y="1865165"/>
            <a:ext cx="327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latin typeface="Plus Jakarta Sans ExtraBold"/>
                <a:ea typeface="Plus Jakarta Sans ExtraBold"/>
                <a:cs typeface="Plus Jakarta Sans ExtraBold"/>
                <a:sym typeface="Plus Jakarta Sans ExtraBold"/>
              </a:rPr>
              <a:t>Subheadline &amp; Body Text:</a:t>
            </a:r>
            <a:endParaRPr sz="1800">
              <a:solidFill>
                <a:schemeClr val="dk2"/>
              </a:solidFill>
              <a:latin typeface="Plus Jakarta Sans ExtraBold"/>
              <a:ea typeface="Plus Jakarta Sans ExtraBold"/>
              <a:cs typeface="Plus Jakarta Sans ExtraBold"/>
              <a:sym typeface="Plus Jakarta Sans ExtraBold"/>
            </a:endParaRPr>
          </a:p>
        </p:txBody>
      </p:sp>
      <p:sp>
        <p:nvSpPr>
          <p:cNvPr id="620" name="Google Shape;620;p65"/>
          <p:cNvSpPr txBox="1"/>
          <p:nvPr/>
        </p:nvSpPr>
        <p:spPr>
          <a:xfrm>
            <a:off x="454300" y="1495865"/>
            <a:ext cx="327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Plus Jakarta Sans Medium"/>
                <a:ea typeface="Plus Jakarta Sans Medium"/>
                <a:cs typeface="Plus Jakarta Sans Medium"/>
                <a:sym typeface="Plus Jakarta Sans Medium"/>
              </a:rPr>
              <a:t>Font: Plus Jakarta Sans (Extrabold / Bold)</a:t>
            </a:r>
            <a:endParaRPr sz="1200">
              <a:solidFill>
                <a:schemeClr val="dk2"/>
              </a:solidFill>
              <a:latin typeface="Plus Jakarta Sans Medium"/>
              <a:ea typeface="Plus Jakarta Sans Medium"/>
              <a:cs typeface="Plus Jakarta Sans Medium"/>
              <a:sym typeface="Plus Jakarta Sans Medium"/>
            </a:endParaRPr>
          </a:p>
        </p:txBody>
      </p:sp>
      <p:sp>
        <p:nvSpPr>
          <p:cNvPr id="621" name="Google Shape;621;p65"/>
          <p:cNvSpPr txBox="1"/>
          <p:nvPr/>
        </p:nvSpPr>
        <p:spPr>
          <a:xfrm>
            <a:off x="425475" y="2207240"/>
            <a:ext cx="3696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Plus Jakarta Sans Medium"/>
                <a:ea typeface="Plus Jakarta Sans Medium"/>
                <a:cs typeface="Plus Jakarta Sans Medium"/>
                <a:sym typeface="Plus Jakarta Sans Medium"/>
              </a:rPr>
              <a:t>Font: Plus Jakarta Sans (Semibold / Normal)</a:t>
            </a:r>
            <a:endParaRPr sz="1200">
              <a:solidFill>
                <a:schemeClr val="dk2"/>
              </a:solidFill>
              <a:latin typeface="Plus Jakarta Sans Medium"/>
              <a:ea typeface="Plus Jakarta Sans Medium"/>
              <a:cs typeface="Plus Jakarta Sans Medium"/>
              <a:sym typeface="Plus Jakarta Sans Medium"/>
            </a:endParaRPr>
          </a:p>
        </p:txBody>
      </p:sp>
      <p:sp>
        <p:nvSpPr>
          <p:cNvPr id="622" name="Google Shape;622;p65"/>
          <p:cNvSpPr/>
          <p:nvPr/>
        </p:nvSpPr>
        <p:spPr>
          <a:xfrm>
            <a:off x="5280078" y="1268740"/>
            <a:ext cx="513300" cy="513300"/>
          </a:xfrm>
          <a:prstGeom prst="ellipse">
            <a:avLst/>
          </a:prstGeom>
          <a:solidFill>
            <a:srgbClr val="DFDF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sp>
        <p:nvSpPr>
          <p:cNvPr id="623" name="Google Shape;623;p65"/>
          <p:cNvSpPr/>
          <p:nvPr/>
        </p:nvSpPr>
        <p:spPr>
          <a:xfrm>
            <a:off x="6098178" y="1268740"/>
            <a:ext cx="513300" cy="513300"/>
          </a:xfrm>
          <a:prstGeom prst="ellipse">
            <a:avLst/>
          </a:prstGeom>
          <a:solidFill>
            <a:srgbClr val="007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sp>
        <p:nvSpPr>
          <p:cNvPr id="624" name="Google Shape;624;p65"/>
          <p:cNvSpPr/>
          <p:nvPr/>
        </p:nvSpPr>
        <p:spPr>
          <a:xfrm>
            <a:off x="4461978" y="1268740"/>
            <a:ext cx="513300" cy="513300"/>
          </a:xfrm>
          <a:prstGeom prst="ellipse">
            <a:avLst/>
          </a:prstGeom>
          <a:solidFill>
            <a:srgbClr val="14141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41414"/>
              </a:solidFill>
              <a:latin typeface="Plus Jakarta Sans Medium"/>
              <a:ea typeface="Plus Jakarta Sans Medium"/>
              <a:cs typeface="Plus Jakarta Sans Medium"/>
              <a:sym typeface="Plus Jakarta Sans Medium"/>
            </a:endParaRPr>
          </a:p>
        </p:txBody>
      </p:sp>
      <p:sp>
        <p:nvSpPr>
          <p:cNvPr id="625" name="Google Shape;625;p65"/>
          <p:cNvSpPr/>
          <p:nvPr/>
        </p:nvSpPr>
        <p:spPr>
          <a:xfrm>
            <a:off x="6916278" y="1268740"/>
            <a:ext cx="513300" cy="513300"/>
          </a:xfrm>
          <a:prstGeom prst="ellipse">
            <a:avLst/>
          </a:prstGeom>
          <a:solidFill>
            <a:srgbClr val="F5D3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sp>
        <p:nvSpPr>
          <p:cNvPr id="626" name="Google Shape;626;p65"/>
          <p:cNvSpPr/>
          <p:nvPr/>
        </p:nvSpPr>
        <p:spPr>
          <a:xfrm>
            <a:off x="7734378" y="1268740"/>
            <a:ext cx="513300" cy="513300"/>
          </a:xfrm>
          <a:prstGeom prst="ellipse">
            <a:avLst/>
          </a:prstGeom>
          <a:solidFill>
            <a:srgbClr val="FCA50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sp>
        <p:nvSpPr>
          <p:cNvPr id="627" name="Google Shape;627;p65"/>
          <p:cNvSpPr txBox="1"/>
          <p:nvPr/>
        </p:nvSpPr>
        <p:spPr>
          <a:xfrm>
            <a:off x="4263525" y="2107940"/>
            <a:ext cx="910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900">
                <a:solidFill>
                  <a:schemeClr val="dk2"/>
                </a:solidFill>
                <a:latin typeface="Plus Jakarta Sans"/>
                <a:ea typeface="Plus Jakarta Sans"/>
                <a:cs typeface="Plus Jakarta Sans"/>
                <a:sym typeface="Plus Jakarta Sans"/>
              </a:rPr>
              <a:t>#141414FF</a:t>
            </a:r>
            <a:endParaRPr b="1" sz="900">
              <a:solidFill>
                <a:schemeClr val="dk2"/>
              </a:solidFill>
              <a:latin typeface="Plus Jakarta Sans"/>
              <a:ea typeface="Plus Jakarta Sans"/>
              <a:cs typeface="Plus Jakarta Sans"/>
              <a:sym typeface="Plus Jakarta Sans"/>
            </a:endParaRPr>
          </a:p>
        </p:txBody>
      </p:sp>
      <p:sp>
        <p:nvSpPr>
          <p:cNvPr id="628" name="Google Shape;628;p65"/>
          <p:cNvSpPr txBox="1"/>
          <p:nvPr/>
        </p:nvSpPr>
        <p:spPr>
          <a:xfrm>
            <a:off x="5032125" y="2107940"/>
            <a:ext cx="1009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900">
                <a:solidFill>
                  <a:schemeClr val="dk2"/>
                </a:solidFill>
                <a:latin typeface="Plus Jakarta Sans"/>
                <a:ea typeface="Plus Jakarta Sans"/>
                <a:cs typeface="Plus Jakarta Sans"/>
                <a:sym typeface="Plus Jakarta Sans"/>
              </a:rPr>
              <a:t>#DFDFDFFF</a:t>
            </a:r>
            <a:endParaRPr b="1" sz="900">
              <a:solidFill>
                <a:schemeClr val="dk2"/>
              </a:solidFill>
              <a:latin typeface="Plus Jakarta Sans"/>
              <a:ea typeface="Plus Jakarta Sans"/>
              <a:cs typeface="Plus Jakarta Sans"/>
              <a:sym typeface="Plus Jakarta Sans"/>
            </a:endParaRPr>
          </a:p>
        </p:txBody>
      </p:sp>
      <p:sp>
        <p:nvSpPr>
          <p:cNvPr id="629" name="Google Shape;629;p65"/>
          <p:cNvSpPr txBox="1"/>
          <p:nvPr/>
        </p:nvSpPr>
        <p:spPr>
          <a:xfrm>
            <a:off x="5919075" y="2107940"/>
            <a:ext cx="871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900">
                <a:solidFill>
                  <a:schemeClr val="dk2"/>
                </a:solidFill>
                <a:latin typeface="Plus Jakarta Sans"/>
                <a:ea typeface="Plus Jakarta Sans"/>
                <a:cs typeface="Plus Jakarta Sans"/>
                <a:sym typeface="Plus Jakarta Sans"/>
              </a:rPr>
              <a:t>#007200</a:t>
            </a:r>
            <a:endParaRPr b="1" sz="900">
              <a:solidFill>
                <a:schemeClr val="dk2"/>
              </a:solidFill>
              <a:latin typeface="Plus Jakarta Sans"/>
              <a:ea typeface="Plus Jakarta Sans"/>
              <a:cs typeface="Plus Jakarta Sans"/>
              <a:sym typeface="Plus Jakarta Sans"/>
            </a:endParaRPr>
          </a:p>
        </p:txBody>
      </p:sp>
      <p:sp>
        <p:nvSpPr>
          <p:cNvPr id="630" name="Google Shape;630;p65"/>
          <p:cNvSpPr txBox="1"/>
          <p:nvPr/>
        </p:nvSpPr>
        <p:spPr>
          <a:xfrm>
            <a:off x="6737175" y="2107940"/>
            <a:ext cx="871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900">
                <a:solidFill>
                  <a:schemeClr val="dk2"/>
                </a:solidFill>
                <a:latin typeface="Plus Jakarta Sans"/>
                <a:ea typeface="Plus Jakarta Sans"/>
                <a:cs typeface="Plus Jakarta Sans"/>
                <a:sym typeface="Plus Jakarta Sans"/>
              </a:rPr>
              <a:t>#FCD102</a:t>
            </a:r>
            <a:endParaRPr b="1" sz="900">
              <a:solidFill>
                <a:schemeClr val="dk2"/>
              </a:solidFill>
              <a:latin typeface="Plus Jakarta Sans"/>
              <a:ea typeface="Plus Jakarta Sans"/>
              <a:cs typeface="Plus Jakarta Sans"/>
              <a:sym typeface="Plus Jakarta Sans"/>
            </a:endParaRPr>
          </a:p>
        </p:txBody>
      </p:sp>
      <p:sp>
        <p:nvSpPr>
          <p:cNvPr id="631" name="Google Shape;631;p65"/>
          <p:cNvSpPr txBox="1"/>
          <p:nvPr/>
        </p:nvSpPr>
        <p:spPr>
          <a:xfrm>
            <a:off x="7486425" y="2107940"/>
            <a:ext cx="1009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900">
                <a:solidFill>
                  <a:schemeClr val="dk2"/>
                </a:solidFill>
                <a:latin typeface="Plus Jakarta Sans"/>
                <a:ea typeface="Plus Jakarta Sans"/>
                <a:cs typeface="Plus Jakarta Sans"/>
                <a:sym typeface="Plus Jakarta Sans"/>
              </a:rPr>
              <a:t>#FCA502FF</a:t>
            </a:r>
            <a:endParaRPr b="1" sz="900">
              <a:solidFill>
                <a:schemeClr val="dk2"/>
              </a:solidFill>
              <a:latin typeface="Plus Jakarta Sans"/>
              <a:ea typeface="Plus Jakarta Sans"/>
              <a:cs typeface="Plus Jakarta Sans"/>
              <a:sym typeface="Plus Jakarta Sans"/>
            </a:endParaRPr>
          </a:p>
        </p:txBody>
      </p:sp>
      <p:sp>
        <p:nvSpPr>
          <p:cNvPr id="632" name="Google Shape;632;p65"/>
          <p:cNvSpPr txBox="1"/>
          <p:nvPr/>
        </p:nvSpPr>
        <p:spPr>
          <a:xfrm>
            <a:off x="253625" y="692090"/>
            <a:ext cx="216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highlight>
                  <a:srgbClr val="F5D347"/>
                </a:highlight>
                <a:latin typeface="Plus Jakarta Sans ExtraBold"/>
                <a:ea typeface="Plus Jakarta Sans ExtraBold"/>
                <a:cs typeface="Plus Jakarta Sans ExtraBold"/>
                <a:sym typeface="Plus Jakarta Sans ExtraBold"/>
              </a:rPr>
              <a:t>Typography:</a:t>
            </a:r>
            <a:endParaRPr sz="1800">
              <a:solidFill>
                <a:schemeClr val="dk2"/>
              </a:solidFill>
              <a:highlight>
                <a:srgbClr val="F5D347"/>
              </a:highlight>
              <a:latin typeface="Plus Jakarta Sans ExtraBold"/>
              <a:ea typeface="Plus Jakarta Sans ExtraBold"/>
              <a:cs typeface="Plus Jakarta Sans ExtraBold"/>
              <a:sym typeface="Plus Jakarta Sans ExtraBold"/>
            </a:endParaRPr>
          </a:p>
        </p:txBody>
      </p:sp>
      <p:sp>
        <p:nvSpPr>
          <p:cNvPr id="633" name="Google Shape;633;p65"/>
          <p:cNvSpPr txBox="1"/>
          <p:nvPr/>
        </p:nvSpPr>
        <p:spPr>
          <a:xfrm>
            <a:off x="4328875" y="692090"/>
            <a:ext cx="216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highlight>
                  <a:srgbClr val="F5D347"/>
                </a:highlight>
                <a:latin typeface="Plus Jakarta Sans ExtraBold"/>
                <a:ea typeface="Plus Jakarta Sans ExtraBold"/>
                <a:cs typeface="Plus Jakarta Sans ExtraBold"/>
                <a:sym typeface="Plus Jakarta Sans ExtraBold"/>
              </a:rPr>
              <a:t>Color Pallete:</a:t>
            </a:r>
            <a:endParaRPr sz="1800">
              <a:solidFill>
                <a:schemeClr val="dk2"/>
              </a:solidFill>
              <a:highlight>
                <a:srgbClr val="F5D347"/>
              </a:highlight>
              <a:latin typeface="Plus Jakarta Sans ExtraBold"/>
              <a:ea typeface="Plus Jakarta Sans ExtraBold"/>
              <a:cs typeface="Plus Jakarta Sans ExtraBold"/>
              <a:sym typeface="Plus Jakarta Sans ExtraBold"/>
            </a:endParaRPr>
          </a:p>
        </p:txBody>
      </p:sp>
      <p:sp>
        <p:nvSpPr>
          <p:cNvPr id="634" name="Google Shape;634;p65"/>
          <p:cNvSpPr txBox="1"/>
          <p:nvPr/>
        </p:nvSpPr>
        <p:spPr>
          <a:xfrm>
            <a:off x="4282875" y="1829190"/>
            <a:ext cx="8715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dk2"/>
                </a:solidFill>
                <a:latin typeface="Plus Jakarta Sans"/>
                <a:ea typeface="Plus Jakarta Sans"/>
                <a:cs typeface="Plus Jakarta Sans"/>
                <a:sym typeface="Plus Jakarta Sans"/>
              </a:rPr>
              <a:t>Headline Text</a:t>
            </a:r>
            <a:endParaRPr sz="800">
              <a:solidFill>
                <a:schemeClr val="dk2"/>
              </a:solidFill>
              <a:latin typeface="Plus Jakarta Sans"/>
              <a:ea typeface="Plus Jakarta Sans"/>
              <a:cs typeface="Plus Jakarta Sans"/>
              <a:sym typeface="Plus Jakarta Sans"/>
            </a:endParaRPr>
          </a:p>
        </p:txBody>
      </p:sp>
      <p:sp>
        <p:nvSpPr>
          <p:cNvPr id="635" name="Google Shape;635;p65"/>
          <p:cNvSpPr txBox="1"/>
          <p:nvPr/>
        </p:nvSpPr>
        <p:spPr>
          <a:xfrm>
            <a:off x="5211525" y="1829190"/>
            <a:ext cx="6504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dk2"/>
                </a:solidFill>
                <a:latin typeface="Plus Jakarta Sans"/>
                <a:ea typeface="Plus Jakarta Sans"/>
                <a:cs typeface="Plus Jakarta Sans"/>
                <a:sym typeface="Plus Jakarta Sans"/>
              </a:rPr>
              <a:t>Support</a:t>
            </a:r>
            <a:endParaRPr sz="800">
              <a:solidFill>
                <a:schemeClr val="dk2"/>
              </a:solidFill>
              <a:latin typeface="Plus Jakarta Sans"/>
              <a:ea typeface="Plus Jakarta Sans"/>
              <a:cs typeface="Plus Jakarta Sans"/>
              <a:sym typeface="Plus Jakarta Sans"/>
            </a:endParaRPr>
          </a:p>
        </p:txBody>
      </p:sp>
      <p:sp>
        <p:nvSpPr>
          <p:cNvPr id="636" name="Google Shape;636;p65"/>
          <p:cNvSpPr txBox="1"/>
          <p:nvPr/>
        </p:nvSpPr>
        <p:spPr>
          <a:xfrm>
            <a:off x="5974425" y="1829190"/>
            <a:ext cx="7608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dk2"/>
                </a:solidFill>
                <a:latin typeface="Plus Jakarta Sans"/>
                <a:ea typeface="Plus Jakarta Sans"/>
                <a:cs typeface="Plus Jakarta Sans"/>
                <a:sym typeface="Plus Jakarta Sans"/>
              </a:rPr>
              <a:t>Main Color</a:t>
            </a:r>
            <a:endParaRPr sz="800">
              <a:solidFill>
                <a:schemeClr val="dk2"/>
              </a:solidFill>
              <a:latin typeface="Plus Jakarta Sans"/>
              <a:ea typeface="Plus Jakarta Sans"/>
              <a:cs typeface="Plus Jakarta Sans"/>
              <a:sym typeface="Plus Jakarta Sans"/>
            </a:endParaRPr>
          </a:p>
        </p:txBody>
      </p:sp>
      <p:sp>
        <p:nvSpPr>
          <p:cNvPr id="637" name="Google Shape;637;p65"/>
          <p:cNvSpPr txBox="1"/>
          <p:nvPr/>
        </p:nvSpPr>
        <p:spPr>
          <a:xfrm>
            <a:off x="6792525" y="1829190"/>
            <a:ext cx="7608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dk2"/>
                </a:solidFill>
                <a:latin typeface="Plus Jakarta Sans"/>
                <a:ea typeface="Plus Jakarta Sans"/>
                <a:cs typeface="Plus Jakarta Sans"/>
                <a:sym typeface="Plus Jakarta Sans"/>
              </a:rPr>
              <a:t>Highlight</a:t>
            </a:r>
            <a:endParaRPr sz="800">
              <a:solidFill>
                <a:schemeClr val="dk2"/>
              </a:solidFill>
              <a:latin typeface="Plus Jakarta Sans"/>
              <a:ea typeface="Plus Jakarta Sans"/>
              <a:cs typeface="Plus Jakarta Sans"/>
              <a:sym typeface="Plus Jakarta Sans"/>
            </a:endParaRPr>
          </a:p>
        </p:txBody>
      </p:sp>
      <p:sp>
        <p:nvSpPr>
          <p:cNvPr id="638" name="Google Shape;638;p65"/>
          <p:cNvSpPr txBox="1"/>
          <p:nvPr/>
        </p:nvSpPr>
        <p:spPr>
          <a:xfrm>
            <a:off x="7535925" y="1829200"/>
            <a:ext cx="910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dk2"/>
                </a:solidFill>
                <a:latin typeface="Plus Jakarta Sans"/>
                <a:ea typeface="Plus Jakarta Sans"/>
                <a:cs typeface="Plus Jakarta Sans"/>
                <a:sym typeface="Plus Jakarta Sans"/>
              </a:rPr>
              <a:t>Accent color</a:t>
            </a:r>
            <a:endParaRPr sz="800">
              <a:solidFill>
                <a:schemeClr val="dk2"/>
              </a:solidFill>
              <a:latin typeface="Plus Jakarta Sans"/>
              <a:ea typeface="Plus Jakarta Sans"/>
              <a:cs typeface="Plus Jakarta Sans"/>
              <a:sym typeface="Plus Jakarta Sans"/>
            </a:endParaRPr>
          </a:p>
        </p:txBody>
      </p:sp>
      <p:pic>
        <p:nvPicPr>
          <p:cNvPr id="639" name="Google Shape;639;p65" title="SPACING.png"/>
          <p:cNvPicPr preferRelativeResize="0"/>
          <p:nvPr/>
        </p:nvPicPr>
        <p:blipFill rotWithShape="1">
          <a:blip r:embed="rId3">
            <a:alphaModFix/>
          </a:blip>
          <a:srcRect b="0" l="0" r="0" t="16234"/>
          <a:stretch/>
        </p:blipFill>
        <p:spPr>
          <a:xfrm>
            <a:off x="3881854" y="2712150"/>
            <a:ext cx="4046875" cy="1907901"/>
          </a:xfrm>
          <a:prstGeom prst="rect">
            <a:avLst/>
          </a:prstGeom>
          <a:noFill/>
          <a:ln>
            <a:noFill/>
          </a:ln>
        </p:spPr>
      </p:pic>
      <p:sp>
        <p:nvSpPr>
          <p:cNvPr id="640" name="Google Shape;640;p65"/>
          <p:cNvSpPr txBox="1"/>
          <p:nvPr/>
        </p:nvSpPr>
        <p:spPr>
          <a:xfrm>
            <a:off x="1215263" y="3303902"/>
            <a:ext cx="294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highlight>
                  <a:srgbClr val="F5D347"/>
                </a:highlight>
                <a:latin typeface="Plus Jakarta Sans ExtraBold"/>
                <a:ea typeface="Plus Jakarta Sans ExtraBold"/>
                <a:cs typeface="Plus Jakarta Sans ExtraBold"/>
                <a:sym typeface="Plus Jakarta Sans ExtraBold"/>
              </a:rPr>
              <a:t>Layouting &amp; Spacing:</a:t>
            </a:r>
            <a:endParaRPr sz="1800">
              <a:solidFill>
                <a:schemeClr val="dk2"/>
              </a:solidFill>
              <a:highlight>
                <a:srgbClr val="F5D347"/>
              </a:highlight>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6"/>
          <p:cNvSpPr/>
          <p:nvPr/>
        </p:nvSpPr>
        <p:spPr>
          <a:xfrm>
            <a:off x="516450" y="972850"/>
            <a:ext cx="1930200" cy="1082400"/>
          </a:xfrm>
          <a:prstGeom prst="roundRect">
            <a:avLst>
              <a:gd fmla="val 16667" name="adj"/>
            </a:avLst>
          </a:prstGeom>
          <a:solidFill>
            <a:srgbClr val="F4F9F6"/>
          </a:solidFill>
          <a:ln cap="flat" cmpd="sng" w="9525">
            <a:solidFill>
              <a:srgbClr val="B9D6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sp>
        <p:nvSpPr>
          <p:cNvPr id="646" name="Google Shape;646;p66"/>
          <p:cNvSpPr/>
          <p:nvPr/>
        </p:nvSpPr>
        <p:spPr>
          <a:xfrm>
            <a:off x="2576750" y="972850"/>
            <a:ext cx="1930200" cy="1082400"/>
          </a:xfrm>
          <a:prstGeom prst="roundRect">
            <a:avLst>
              <a:gd fmla="val 16667" name="adj"/>
            </a:avLst>
          </a:prstGeom>
          <a:noFill/>
          <a:ln cap="flat" cmpd="sng" w="9525">
            <a:solidFill>
              <a:srgbClr val="0072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sp>
        <p:nvSpPr>
          <p:cNvPr id="647" name="Google Shape;647;p66"/>
          <p:cNvSpPr/>
          <p:nvPr/>
        </p:nvSpPr>
        <p:spPr>
          <a:xfrm>
            <a:off x="4637050" y="972850"/>
            <a:ext cx="1930200" cy="1082400"/>
          </a:xfrm>
          <a:prstGeom prst="roundRect">
            <a:avLst>
              <a:gd fmla="val 16667" name="adj"/>
            </a:avLst>
          </a:prstGeom>
          <a:solidFill>
            <a:srgbClr val="007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sp>
        <p:nvSpPr>
          <p:cNvPr id="648" name="Google Shape;648;p66"/>
          <p:cNvSpPr/>
          <p:nvPr/>
        </p:nvSpPr>
        <p:spPr>
          <a:xfrm>
            <a:off x="6697350" y="972850"/>
            <a:ext cx="1930200" cy="1082400"/>
          </a:xfrm>
          <a:prstGeom prst="roundRect">
            <a:avLst>
              <a:gd fmla="val 16667" name="adj"/>
            </a:avLst>
          </a:prstGeom>
          <a:solidFill>
            <a:srgbClr val="F5D3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Medium"/>
              <a:ea typeface="Plus Jakarta Sans Medium"/>
              <a:cs typeface="Plus Jakarta Sans Medium"/>
              <a:sym typeface="Plus Jakarta Sans Medium"/>
            </a:endParaRPr>
          </a:p>
        </p:txBody>
      </p:sp>
      <p:pic>
        <p:nvPicPr>
          <p:cNvPr id="649" name="Google Shape;649;p66" title="SawitPRO-Icons-02.png"/>
          <p:cNvPicPr preferRelativeResize="0"/>
          <p:nvPr/>
        </p:nvPicPr>
        <p:blipFill>
          <a:blip r:embed="rId3">
            <a:alphaModFix/>
          </a:blip>
          <a:stretch>
            <a:fillRect/>
          </a:stretch>
        </p:blipFill>
        <p:spPr>
          <a:xfrm>
            <a:off x="2897150" y="3342851"/>
            <a:ext cx="994589" cy="535374"/>
          </a:xfrm>
          <a:prstGeom prst="rect">
            <a:avLst/>
          </a:prstGeom>
          <a:noFill/>
          <a:ln>
            <a:noFill/>
          </a:ln>
        </p:spPr>
      </p:pic>
      <p:pic>
        <p:nvPicPr>
          <p:cNvPr id="650" name="Google Shape;650;p66" title="SawitPRO-Icons-03.png"/>
          <p:cNvPicPr preferRelativeResize="0"/>
          <p:nvPr/>
        </p:nvPicPr>
        <p:blipFill>
          <a:blip r:embed="rId4">
            <a:alphaModFix/>
          </a:blip>
          <a:stretch>
            <a:fillRect/>
          </a:stretch>
        </p:blipFill>
        <p:spPr>
          <a:xfrm>
            <a:off x="4030588" y="3398581"/>
            <a:ext cx="537201" cy="495175"/>
          </a:xfrm>
          <a:prstGeom prst="rect">
            <a:avLst/>
          </a:prstGeom>
          <a:noFill/>
          <a:ln>
            <a:noFill/>
          </a:ln>
        </p:spPr>
      </p:pic>
      <p:pic>
        <p:nvPicPr>
          <p:cNvPr id="651" name="Google Shape;651;p66" title="SawitPRO-Icons-04.png"/>
          <p:cNvPicPr preferRelativeResize="0"/>
          <p:nvPr/>
        </p:nvPicPr>
        <p:blipFill>
          <a:blip r:embed="rId5">
            <a:alphaModFix/>
          </a:blip>
          <a:stretch>
            <a:fillRect/>
          </a:stretch>
        </p:blipFill>
        <p:spPr>
          <a:xfrm>
            <a:off x="2085890" y="3406755"/>
            <a:ext cx="621266" cy="494658"/>
          </a:xfrm>
          <a:prstGeom prst="rect">
            <a:avLst/>
          </a:prstGeom>
          <a:noFill/>
          <a:ln>
            <a:noFill/>
          </a:ln>
        </p:spPr>
      </p:pic>
      <p:pic>
        <p:nvPicPr>
          <p:cNvPr id="652" name="Google Shape;652;p66" title="SawitPRO-Icons-05.png"/>
          <p:cNvPicPr preferRelativeResize="0"/>
          <p:nvPr/>
        </p:nvPicPr>
        <p:blipFill>
          <a:blip r:embed="rId6">
            <a:alphaModFix/>
          </a:blip>
          <a:stretch>
            <a:fillRect/>
          </a:stretch>
        </p:blipFill>
        <p:spPr>
          <a:xfrm>
            <a:off x="1379746" y="4128785"/>
            <a:ext cx="840213" cy="436089"/>
          </a:xfrm>
          <a:prstGeom prst="rect">
            <a:avLst/>
          </a:prstGeom>
          <a:noFill/>
          <a:ln>
            <a:noFill/>
          </a:ln>
        </p:spPr>
      </p:pic>
      <p:pic>
        <p:nvPicPr>
          <p:cNvPr id="653" name="Google Shape;653;p66" title="SawitPRO-Icons-06.png"/>
          <p:cNvPicPr preferRelativeResize="0"/>
          <p:nvPr/>
        </p:nvPicPr>
        <p:blipFill>
          <a:blip r:embed="rId7">
            <a:alphaModFix/>
          </a:blip>
          <a:stretch>
            <a:fillRect/>
          </a:stretch>
        </p:blipFill>
        <p:spPr>
          <a:xfrm>
            <a:off x="1379741" y="3406499"/>
            <a:ext cx="537201" cy="495175"/>
          </a:xfrm>
          <a:prstGeom prst="rect">
            <a:avLst/>
          </a:prstGeom>
          <a:noFill/>
          <a:ln>
            <a:noFill/>
          </a:ln>
        </p:spPr>
      </p:pic>
      <p:pic>
        <p:nvPicPr>
          <p:cNvPr id="654" name="Google Shape;654;p66" title="SawitPRO-Icons-07.png"/>
          <p:cNvPicPr preferRelativeResize="0"/>
          <p:nvPr/>
        </p:nvPicPr>
        <p:blipFill>
          <a:blip r:embed="rId8">
            <a:alphaModFix/>
          </a:blip>
          <a:stretch>
            <a:fillRect/>
          </a:stretch>
        </p:blipFill>
        <p:spPr>
          <a:xfrm>
            <a:off x="581325" y="4069099"/>
            <a:ext cx="564600" cy="555457"/>
          </a:xfrm>
          <a:prstGeom prst="rect">
            <a:avLst/>
          </a:prstGeom>
          <a:noFill/>
          <a:ln>
            <a:noFill/>
          </a:ln>
        </p:spPr>
      </p:pic>
      <p:pic>
        <p:nvPicPr>
          <p:cNvPr id="655" name="Google Shape;655;p66" title="SawitPRO-Icons-08.png"/>
          <p:cNvPicPr preferRelativeResize="0"/>
          <p:nvPr/>
        </p:nvPicPr>
        <p:blipFill>
          <a:blip r:embed="rId9">
            <a:alphaModFix/>
          </a:blip>
          <a:stretch>
            <a:fillRect/>
          </a:stretch>
        </p:blipFill>
        <p:spPr>
          <a:xfrm>
            <a:off x="7386350" y="3446067"/>
            <a:ext cx="776300" cy="458083"/>
          </a:xfrm>
          <a:prstGeom prst="rect">
            <a:avLst/>
          </a:prstGeom>
          <a:noFill/>
          <a:ln>
            <a:noFill/>
          </a:ln>
        </p:spPr>
      </p:pic>
      <p:pic>
        <p:nvPicPr>
          <p:cNvPr id="656" name="Google Shape;656;p66" title="SawitPRO-Icons-09.png"/>
          <p:cNvPicPr preferRelativeResize="0"/>
          <p:nvPr/>
        </p:nvPicPr>
        <p:blipFill>
          <a:blip r:embed="rId10">
            <a:alphaModFix/>
          </a:blip>
          <a:stretch>
            <a:fillRect/>
          </a:stretch>
        </p:blipFill>
        <p:spPr>
          <a:xfrm>
            <a:off x="2453777" y="4155895"/>
            <a:ext cx="621250" cy="381869"/>
          </a:xfrm>
          <a:prstGeom prst="rect">
            <a:avLst/>
          </a:prstGeom>
          <a:noFill/>
          <a:ln>
            <a:noFill/>
          </a:ln>
        </p:spPr>
      </p:pic>
      <p:pic>
        <p:nvPicPr>
          <p:cNvPr id="657" name="Google Shape;657;p66" title="SawitPRO-Icons-10.png"/>
          <p:cNvPicPr preferRelativeResize="0"/>
          <p:nvPr/>
        </p:nvPicPr>
        <p:blipFill>
          <a:blip r:embed="rId11">
            <a:alphaModFix/>
          </a:blip>
          <a:stretch>
            <a:fillRect/>
          </a:stretch>
        </p:blipFill>
        <p:spPr>
          <a:xfrm>
            <a:off x="516449" y="3434821"/>
            <a:ext cx="694342" cy="438532"/>
          </a:xfrm>
          <a:prstGeom prst="rect">
            <a:avLst/>
          </a:prstGeom>
          <a:noFill/>
          <a:ln>
            <a:noFill/>
          </a:ln>
        </p:spPr>
      </p:pic>
      <p:pic>
        <p:nvPicPr>
          <p:cNvPr id="658" name="Google Shape;658;p66" title="SawitPRO-Icons-11.png"/>
          <p:cNvPicPr preferRelativeResize="0"/>
          <p:nvPr/>
        </p:nvPicPr>
        <p:blipFill>
          <a:blip r:embed="rId12">
            <a:alphaModFix/>
          </a:blip>
          <a:stretch>
            <a:fillRect/>
          </a:stretch>
        </p:blipFill>
        <p:spPr>
          <a:xfrm>
            <a:off x="6721077" y="3434243"/>
            <a:ext cx="564605" cy="485083"/>
          </a:xfrm>
          <a:prstGeom prst="rect">
            <a:avLst/>
          </a:prstGeom>
          <a:noFill/>
          <a:ln>
            <a:noFill/>
          </a:ln>
        </p:spPr>
      </p:pic>
      <p:pic>
        <p:nvPicPr>
          <p:cNvPr id="659" name="Google Shape;659;p66" title="SawitPRO-Icons-12.png"/>
          <p:cNvPicPr preferRelativeResize="0"/>
          <p:nvPr/>
        </p:nvPicPr>
        <p:blipFill>
          <a:blip r:embed="rId13">
            <a:alphaModFix/>
          </a:blip>
          <a:stretch>
            <a:fillRect/>
          </a:stretch>
        </p:blipFill>
        <p:spPr>
          <a:xfrm>
            <a:off x="6330443" y="3419599"/>
            <a:ext cx="289950" cy="453145"/>
          </a:xfrm>
          <a:prstGeom prst="rect">
            <a:avLst/>
          </a:prstGeom>
          <a:noFill/>
          <a:ln>
            <a:noFill/>
          </a:ln>
        </p:spPr>
      </p:pic>
      <p:pic>
        <p:nvPicPr>
          <p:cNvPr id="660" name="Google Shape;660;p66" title="SawitPRO-Icons-13.png"/>
          <p:cNvPicPr preferRelativeResize="0"/>
          <p:nvPr/>
        </p:nvPicPr>
        <p:blipFill>
          <a:blip r:embed="rId14">
            <a:alphaModFix/>
          </a:blip>
          <a:stretch>
            <a:fillRect/>
          </a:stretch>
        </p:blipFill>
        <p:spPr>
          <a:xfrm>
            <a:off x="5740870" y="3419600"/>
            <a:ext cx="453145" cy="453145"/>
          </a:xfrm>
          <a:prstGeom prst="rect">
            <a:avLst/>
          </a:prstGeom>
          <a:noFill/>
          <a:ln>
            <a:noFill/>
          </a:ln>
        </p:spPr>
      </p:pic>
      <p:pic>
        <p:nvPicPr>
          <p:cNvPr id="661" name="Google Shape;661;p66" title="SawitPRO-Icons-15.png"/>
          <p:cNvPicPr preferRelativeResize="0"/>
          <p:nvPr/>
        </p:nvPicPr>
        <p:blipFill>
          <a:blip r:embed="rId15">
            <a:alphaModFix/>
          </a:blip>
          <a:stretch>
            <a:fillRect/>
          </a:stretch>
        </p:blipFill>
        <p:spPr>
          <a:xfrm>
            <a:off x="5222554" y="3419609"/>
            <a:ext cx="381888" cy="453149"/>
          </a:xfrm>
          <a:prstGeom prst="rect">
            <a:avLst/>
          </a:prstGeom>
          <a:noFill/>
          <a:ln>
            <a:noFill/>
          </a:ln>
        </p:spPr>
      </p:pic>
      <p:pic>
        <p:nvPicPr>
          <p:cNvPr id="662" name="Google Shape;662;p66" title="SawitPRO-Icons-16.png"/>
          <p:cNvPicPr preferRelativeResize="0"/>
          <p:nvPr/>
        </p:nvPicPr>
        <p:blipFill>
          <a:blip r:embed="rId16">
            <a:alphaModFix/>
          </a:blip>
          <a:stretch>
            <a:fillRect/>
          </a:stretch>
        </p:blipFill>
        <p:spPr>
          <a:xfrm>
            <a:off x="4704229" y="3419599"/>
            <a:ext cx="381888" cy="453149"/>
          </a:xfrm>
          <a:prstGeom prst="rect">
            <a:avLst/>
          </a:prstGeom>
          <a:noFill/>
          <a:ln>
            <a:noFill/>
          </a:ln>
        </p:spPr>
      </p:pic>
      <p:grpSp>
        <p:nvGrpSpPr>
          <p:cNvPr id="663" name="Google Shape;663;p66"/>
          <p:cNvGrpSpPr/>
          <p:nvPr/>
        </p:nvGrpSpPr>
        <p:grpSpPr>
          <a:xfrm>
            <a:off x="3170447" y="2262528"/>
            <a:ext cx="397198" cy="397196"/>
            <a:chOff x="4820425" y="1329900"/>
            <a:chExt cx="70175" cy="70350"/>
          </a:xfrm>
        </p:grpSpPr>
        <p:sp>
          <p:nvSpPr>
            <p:cNvPr id="664" name="Google Shape;664;p66"/>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3C5337"/>
            </a:solidFill>
            <a:ln>
              <a:noFill/>
            </a:ln>
          </p:spPr>
          <p:txBody>
            <a:bodyPr anchorCtr="0" anchor="ctr" bIns="72500" lIns="72500" spcFirstLastPara="1" rIns="72500" wrap="square" tIns="72500">
              <a:noAutofit/>
            </a:bodyPr>
            <a:lstStyle/>
            <a:p>
              <a:pPr indent="0" lvl="0" marL="0" rtl="0" algn="l">
                <a:spcBef>
                  <a:spcPts val="0"/>
                </a:spcBef>
                <a:spcAft>
                  <a:spcPts val="0"/>
                </a:spcAft>
                <a:buNone/>
              </a:pPr>
              <a:r>
                <a:t/>
              </a:r>
              <a:endParaRPr/>
            </a:p>
          </p:txBody>
        </p:sp>
        <p:sp>
          <p:nvSpPr>
            <p:cNvPr id="665" name="Google Shape;665;p66"/>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3C5337"/>
            </a:solidFill>
            <a:ln>
              <a:noFill/>
            </a:ln>
          </p:spPr>
          <p:txBody>
            <a:bodyPr anchorCtr="0" anchor="ctr" bIns="72500" lIns="72500" spcFirstLastPara="1" rIns="72500" wrap="square" tIns="72500">
              <a:noAutofit/>
            </a:bodyPr>
            <a:lstStyle/>
            <a:p>
              <a:pPr indent="0" lvl="0" marL="0" rtl="0" algn="l">
                <a:spcBef>
                  <a:spcPts val="0"/>
                </a:spcBef>
                <a:spcAft>
                  <a:spcPts val="0"/>
                </a:spcAft>
                <a:buNone/>
              </a:pPr>
              <a:r>
                <a:t/>
              </a:r>
              <a:endParaRPr/>
            </a:p>
          </p:txBody>
        </p:sp>
        <p:sp>
          <p:nvSpPr>
            <p:cNvPr id="666" name="Google Shape;666;p66"/>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C5337"/>
            </a:solidFill>
            <a:ln>
              <a:noFill/>
            </a:ln>
          </p:spPr>
          <p:txBody>
            <a:bodyPr anchorCtr="0" anchor="ctr" bIns="72500" lIns="72500" spcFirstLastPara="1" rIns="72500" wrap="square" tIns="72500">
              <a:noAutofit/>
            </a:bodyPr>
            <a:lstStyle/>
            <a:p>
              <a:pPr indent="0" lvl="0" marL="0" rtl="0" algn="l">
                <a:spcBef>
                  <a:spcPts val="0"/>
                </a:spcBef>
                <a:spcAft>
                  <a:spcPts val="0"/>
                </a:spcAft>
                <a:buNone/>
              </a:pPr>
              <a:r>
                <a:t/>
              </a:r>
              <a:endParaRPr/>
            </a:p>
          </p:txBody>
        </p:sp>
        <p:sp>
          <p:nvSpPr>
            <p:cNvPr id="667" name="Google Shape;667;p66"/>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3C5337"/>
            </a:solidFill>
            <a:ln>
              <a:noFill/>
            </a:ln>
          </p:spPr>
          <p:txBody>
            <a:bodyPr anchorCtr="0" anchor="ctr" bIns="72500" lIns="72500" spcFirstLastPara="1" rIns="72500" wrap="square" tIns="72500">
              <a:noAutofit/>
            </a:bodyPr>
            <a:lstStyle/>
            <a:p>
              <a:pPr indent="0" lvl="0" marL="0" rtl="0" algn="l">
                <a:spcBef>
                  <a:spcPts val="0"/>
                </a:spcBef>
                <a:spcAft>
                  <a:spcPts val="0"/>
                </a:spcAft>
                <a:buNone/>
              </a:pPr>
              <a:r>
                <a:t/>
              </a:r>
              <a:endParaRPr/>
            </a:p>
          </p:txBody>
        </p:sp>
      </p:grpSp>
      <p:grpSp>
        <p:nvGrpSpPr>
          <p:cNvPr id="668" name="Google Shape;668;p66"/>
          <p:cNvGrpSpPr/>
          <p:nvPr/>
        </p:nvGrpSpPr>
        <p:grpSpPr>
          <a:xfrm>
            <a:off x="3805347" y="2283827"/>
            <a:ext cx="397195" cy="373386"/>
            <a:chOff x="4815575" y="1416800"/>
            <a:chExt cx="73750" cy="71400"/>
          </a:xfrm>
        </p:grpSpPr>
        <p:sp>
          <p:nvSpPr>
            <p:cNvPr id="669" name="Google Shape;669;p66"/>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3C5337"/>
            </a:solidFill>
            <a:ln>
              <a:noFill/>
            </a:ln>
          </p:spPr>
          <p:txBody>
            <a:bodyPr anchorCtr="0" anchor="ctr" bIns="66675" lIns="66675" spcFirstLastPara="1" rIns="66675" wrap="square" tIns="66675">
              <a:noAutofit/>
            </a:bodyPr>
            <a:lstStyle/>
            <a:p>
              <a:pPr indent="0" lvl="0" marL="0" rtl="0" algn="l">
                <a:spcBef>
                  <a:spcPts val="0"/>
                </a:spcBef>
                <a:spcAft>
                  <a:spcPts val="0"/>
                </a:spcAft>
                <a:buNone/>
              </a:pPr>
              <a:r>
                <a:t/>
              </a:r>
              <a:endParaRPr/>
            </a:p>
          </p:txBody>
        </p:sp>
        <p:sp>
          <p:nvSpPr>
            <p:cNvPr id="670" name="Google Shape;670;p66"/>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3C5337"/>
            </a:solidFill>
            <a:ln>
              <a:noFill/>
            </a:ln>
          </p:spPr>
          <p:txBody>
            <a:bodyPr anchorCtr="0" anchor="ctr" bIns="66675" lIns="66675" spcFirstLastPara="1" rIns="66675" wrap="square" tIns="66675">
              <a:noAutofit/>
            </a:bodyPr>
            <a:lstStyle/>
            <a:p>
              <a:pPr indent="0" lvl="0" marL="0" rtl="0" algn="l">
                <a:spcBef>
                  <a:spcPts val="0"/>
                </a:spcBef>
                <a:spcAft>
                  <a:spcPts val="0"/>
                </a:spcAft>
                <a:buNone/>
              </a:pPr>
              <a:r>
                <a:t/>
              </a:r>
              <a:endParaRPr/>
            </a:p>
          </p:txBody>
        </p:sp>
        <p:sp>
          <p:nvSpPr>
            <p:cNvPr id="671" name="Google Shape;671;p66"/>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3C5337"/>
            </a:solidFill>
            <a:ln>
              <a:noFill/>
            </a:ln>
          </p:spPr>
          <p:txBody>
            <a:bodyPr anchorCtr="0" anchor="ctr" bIns="66675" lIns="66675" spcFirstLastPara="1" rIns="66675" wrap="square" tIns="66675">
              <a:noAutofit/>
            </a:bodyPr>
            <a:lstStyle/>
            <a:p>
              <a:pPr indent="0" lvl="0" marL="0" rtl="0" algn="l">
                <a:spcBef>
                  <a:spcPts val="0"/>
                </a:spcBef>
                <a:spcAft>
                  <a:spcPts val="0"/>
                </a:spcAft>
                <a:buNone/>
              </a:pPr>
              <a:r>
                <a:t/>
              </a:r>
              <a:endParaRPr/>
            </a:p>
          </p:txBody>
        </p:sp>
      </p:grpSp>
      <p:grpSp>
        <p:nvGrpSpPr>
          <p:cNvPr id="672" name="Google Shape;672;p66"/>
          <p:cNvGrpSpPr/>
          <p:nvPr/>
        </p:nvGrpSpPr>
        <p:grpSpPr>
          <a:xfrm>
            <a:off x="7852010" y="2798615"/>
            <a:ext cx="450351" cy="421854"/>
            <a:chOff x="4721450" y="1509475"/>
            <a:chExt cx="79350" cy="74325"/>
          </a:xfrm>
        </p:grpSpPr>
        <p:sp>
          <p:nvSpPr>
            <p:cNvPr id="673" name="Google Shape;673;p66"/>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C5337"/>
            </a:solidFill>
            <a:ln>
              <a:noFill/>
            </a:ln>
          </p:spPr>
          <p:txBody>
            <a:bodyPr anchorCtr="0" anchor="ctr" bIns="78725" lIns="78725" spcFirstLastPara="1" rIns="78725" wrap="square" tIns="78725">
              <a:noAutofit/>
            </a:bodyPr>
            <a:lstStyle/>
            <a:p>
              <a:pPr indent="0" lvl="0" marL="0" rtl="0" algn="l">
                <a:spcBef>
                  <a:spcPts val="0"/>
                </a:spcBef>
                <a:spcAft>
                  <a:spcPts val="0"/>
                </a:spcAft>
                <a:buNone/>
              </a:pPr>
              <a:r>
                <a:t/>
              </a:r>
              <a:endParaRPr/>
            </a:p>
          </p:txBody>
        </p:sp>
        <p:sp>
          <p:nvSpPr>
            <p:cNvPr id="674" name="Google Shape;674;p66"/>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3C5337"/>
            </a:solidFill>
            <a:ln>
              <a:noFill/>
            </a:ln>
          </p:spPr>
          <p:txBody>
            <a:bodyPr anchorCtr="0" anchor="ctr" bIns="78725" lIns="78725" spcFirstLastPara="1" rIns="78725" wrap="square" tIns="78725">
              <a:noAutofit/>
            </a:bodyPr>
            <a:lstStyle/>
            <a:p>
              <a:pPr indent="0" lvl="0" marL="0" rtl="0" algn="l">
                <a:spcBef>
                  <a:spcPts val="0"/>
                </a:spcBef>
                <a:spcAft>
                  <a:spcPts val="0"/>
                </a:spcAft>
                <a:buNone/>
              </a:pPr>
              <a:r>
                <a:t/>
              </a:r>
              <a:endParaRPr/>
            </a:p>
          </p:txBody>
        </p:sp>
        <p:sp>
          <p:nvSpPr>
            <p:cNvPr id="675" name="Google Shape;675;p66"/>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3C5337"/>
            </a:solidFill>
            <a:ln>
              <a:noFill/>
            </a:ln>
          </p:spPr>
          <p:txBody>
            <a:bodyPr anchorCtr="0" anchor="ctr" bIns="78725" lIns="78725" spcFirstLastPara="1" rIns="78725" wrap="square" tIns="78725">
              <a:noAutofit/>
            </a:bodyPr>
            <a:lstStyle/>
            <a:p>
              <a:pPr indent="0" lvl="0" marL="0" rtl="0" algn="l">
                <a:spcBef>
                  <a:spcPts val="0"/>
                </a:spcBef>
                <a:spcAft>
                  <a:spcPts val="0"/>
                </a:spcAft>
                <a:buNone/>
              </a:pPr>
              <a:r>
                <a:t/>
              </a:r>
              <a:endParaRPr/>
            </a:p>
          </p:txBody>
        </p:sp>
        <p:sp>
          <p:nvSpPr>
            <p:cNvPr id="676" name="Google Shape;676;p66"/>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3C5337"/>
            </a:solidFill>
            <a:ln>
              <a:noFill/>
            </a:ln>
          </p:spPr>
          <p:txBody>
            <a:bodyPr anchorCtr="0" anchor="ctr" bIns="78725" lIns="78725" spcFirstLastPara="1" rIns="78725" wrap="square" tIns="78725">
              <a:noAutofit/>
            </a:bodyPr>
            <a:lstStyle/>
            <a:p>
              <a:pPr indent="0" lvl="0" marL="0" rtl="0" algn="l">
                <a:spcBef>
                  <a:spcPts val="0"/>
                </a:spcBef>
                <a:spcAft>
                  <a:spcPts val="0"/>
                </a:spcAft>
                <a:buNone/>
              </a:pPr>
              <a:r>
                <a:t/>
              </a:r>
              <a:endParaRPr/>
            </a:p>
          </p:txBody>
        </p:sp>
      </p:grpSp>
      <p:grpSp>
        <p:nvGrpSpPr>
          <p:cNvPr id="677" name="Google Shape;677;p66"/>
          <p:cNvGrpSpPr/>
          <p:nvPr/>
        </p:nvGrpSpPr>
        <p:grpSpPr>
          <a:xfrm>
            <a:off x="2535364" y="2270961"/>
            <a:ext cx="397196" cy="397236"/>
            <a:chOff x="3736598" y="2170606"/>
            <a:chExt cx="404889" cy="404889"/>
          </a:xfrm>
        </p:grpSpPr>
        <p:sp>
          <p:nvSpPr>
            <p:cNvPr id="678" name="Google Shape;678;p66"/>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3C5337"/>
            </a:solidFill>
            <a:ln>
              <a:noFill/>
            </a:ln>
          </p:spPr>
          <p:txBody>
            <a:bodyPr anchorCtr="0" anchor="ctr" bIns="71475" lIns="71475" spcFirstLastPara="1" rIns="71475" wrap="square" tIns="71475">
              <a:noAutofit/>
            </a:bodyPr>
            <a:lstStyle/>
            <a:p>
              <a:pPr indent="0" lvl="0" marL="0" rtl="0" algn="l">
                <a:spcBef>
                  <a:spcPts val="0"/>
                </a:spcBef>
                <a:spcAft>
                  <a:spcPts val="0"/>
                </a:spcAft>
                <a:buNone/>
              </a:pPr>
              <a:r>
                <a:t/>
              </a:r>
              <a:endParaRPr/>
            </a:p>
          </p:txBody>
        </p:sp>
        <p:sp>
          <p:nvSpPr>
            <p:cNvPr id="679" name="Google Shape;679;p66"/>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C5337"/>
            </a:solidFill>
            <a:ln>
              <a:noFill/>
            </a:ln>
          </p:spPr>
          <p:txBody>
            <a:bodyPr anchorCtr="0" anchor="ctr" bIns="71475" lIns="71475" spcFirstLastPara="1" rIns="71475" wrap="square" tIns="71475">
              <a:noAutofit/>
            </a:bodyPr>
            <a:lstStyle/>
            <a:p>
              <a:pPr indent="0" lvl="0" marL="0" rtl="0" algn="l">
                <a:spcBef>
                  <a:spcPts val="0"/>
                </a:spcBef>
                <a:spcAft>
                  <a:spcPts val="0"/>
                </a:spcAft>
                <a:buNone/>
              </a:pPr>
              <a:r>
                <a:t/>
              </a:r>
              <a:endParaRPr/>
            </a:p>
          </p:txBody>
        </p:sp>
        <p:sp>
          <p:nvSpPr>
            <p:cNvPr id="680" name="Google Shape;680;p66"/>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3C5337"/>
            </a:solidFill>
            <a:ln>
              <a:noFill/>
            </a:ln>
          </p:spPr>
          <p:txBody>
            <a:bodyPr anchorCtr="0" anchor="ctr" bIns="71475" lIns="71475" spcFirstLastPara="1" rIns="71475" wrap="square" tIns="71475">
              <a:noAutofit/>
            </a:bodyPr>
            <a:lstStyle/>
            <a:p>
              <a:pPr indent="0" lvl="0" marL="0" rtl="0" algn="l">
                <a:spcBef>
                  <a:spcPts val="0"/>
                </a:spcBef>
                <a:spcAft>
                  <a:spcPts val="0"/>
                </a:spcAft>
                <a:buNone/>
              </a:pPr>
              <a:r>
                <a:t/>
              </a:r>
              <a:endParaRPr/>
            </a:p>
          </p:txBody>
        </p:sp>
        <p:sp>
          <p:nvSpPr>
            <p:cNvPr id="681" name="Google Shape;681;p66"/>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3C5337"/>
            </a:solidFill>
            <a:ln>
              <a:noFill/>
            </a:ln>
          </p:spPr>
          <p:txBody>
            <a:bodyPr anchorCtr="0" anchor="ctr" bIns="71475" lIns="71475" spcFirstLastPara="1" rIns="71475" wrap="square" tIns="71475">
              <a:noAutofit/>
            </a:bodyPr>
            <a:lstStyle/>
            <a:p>
              <a:pPr indent="0" lvl="0" marL="0" rtl="0" algn="l">
                <a:spcBef>
                  <a:spcPts val="0"/>
                </a:spcBef>
                <a:spcAft>
                  <a:spcPts val="0"/>
                </a:spcAft>
                <a:buNone/>
              </a:pPr>
              <a:r>
                <a:t/>
              </a:r>
              <a:endParaRPr/>
            </a:p>
          </p:txBody>
        </p:sp>
      </p:grpSp>
      <p:grpSp>
        <p:nvGrpSpPr>
          <p:cNvPr id="682" name="Google Shape;682;p66"/>
          <p:cNvGrpSpPr/>
          <p:nvPr/>
        </p:nvGrpSpPr>
        <p:grpSpPr>
          <a:xfrm>
            <a:off x="1847328" y="2279116"/>
            <a:ext cx="450335" cy="397249"/>
            <a:chOff x="3161917" y="2170682"/>
            <a:chExt cx="458870" cy="404737"/>
          </a:xfrm>
        </p:grpSpPr>
        <p:sp>
          <p:nvSpPr>
            <p:cNvPr id="683" name="Google Shape;683;p66"/>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C533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66"/>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3C5337"/>
            </a:solidFill>
            <a:ln>
              <a:noFill/>
            </a:ln>
          </p:spPr>
          <p:txBody>
            <a:bodyPr anchorCtr="0" anchor="ctr" bIns="71500" lIns="71500" spcFirstLastPara="1" rIns="71500" wrap="square" tIns="71500">
              <a:noAutofit/>
            </a:bodyPr>
            <a:lstStyle/>
            <a:p>
              <a:pPr indent="0" lvl="0" marL="0" rtl="0" algn="l">
                <a:spcBef>
                  <a:spcPts val="0"/>
                </a:spcBef>
                <a:spcAft>
                  <a:spcPts val="0"/>
                </a:spcAft>
                <a:buNone/>
              </a:pPr>
              <a:r>
                <a:t/>
              </a:r>
              <a:endParaRPr/>
            </a:p>
          </p:txBody>
        </p:sp>
        <p:sp>
          <p:nvSpPr>
            <p:cNvPr id="685" name="Google Shape;685;p66"/>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3C5337"/>
            </a:solidFill>
            <a:ln>
              <a:noFill/>
            </a:ln>
          </p:spPr>
          <p:txBody>
            <a:bodyPr anchorCtr="0" anchor="ctr" bIns="71500" lIns="71500" spcFirstLastPara="1" rIns="71500" wrap="square" tIns="71500">
              <a:noAutofit/>
            </a:bodyPr>
            <a:lstStyle/>
            <a:p>
              <a:pPr indent="0" lvl="0" marL="0" rtl="0" algn="l">
                <a:spcBef>
                  <a:spcPts val="0"/>
                </a:spcBef>
                <a:spcAft>
                  <a:spcPts val="0"/>
                </a:spcAft>
                <a:buNone/>
              </a:pPr>
              <a:r>
                <a:t/>
              </a:r>
              <a:endParaRPr/>
            </a:p>
          </p:txBody>
        </p:sp>
      </p:grpSp>
      <p:grpSp>
        <p:nvGrpSpPr>
          <p:cNvPr id="686" name="Google Shape;686;p66"/>
          <p:cNvGrpSpPr/>
          <p:nvPr/>
        </p:nvGrpSpPr>
        <p:grpSpPr>
          <a:xfrm>
            <a:off x="5179535" y="2258370"/>
            <a:ext cx="467786" cy="447832"/>
            <a:chOff x="3179914" y="2889488"/>
            <a:chExt cx="422876" cy="404911"/>
          </a:xfrm>
        </p:grpSpPr>
        <p:sp>
          <p:nvSpPr>
            <p:cNvPr id="687" name="Google Shape;687;p66"/>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3C5337"/>
            </a:solidFill>
            <a:ln>
              <a:noFill/>
            </a:ln>
          </p:spPr>
          <p:txBody>
            <a:bodyPr anchorCtr="0" anchor="ctr" bIns="82150" lIns="82150" spcFirstLastPara="1" rIns="82150" wrap="square" tIns="82150">
              <a:noAutofit/>
            </a:bodyPr>
            <a:lstStyle/>
            <a:p>
              <a:pPr indent="0" lvl="0" marL="0" rtl="0" algn="l">
                <a:spcBef>
                  <a:spcPts val="0"/>
                </a:spcBef>
                <a:spcAft>
                  <a:spcPts val="0"/>
                </a:spcAft>
                <a:buNone/>
              </a:pPr>
              <a:r>
                <a:t/>
              </a:r>
              <a:endParaRPr/>
            </a:p>
          </p:txBody>
        </p:sp>
        <p:sp>
          <p:nvSpPr>
            <p:cNvPr id="688" name="Google Shape;688;p66"/>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3C5337"/>
            </a:solidFill>
            <a:ln>
              <a:noFill/>
            </a:ln>
          </p:spPr>
          <p:txBody>
            <a:bodyPr anchorCtr="0" anchor="ctr" bIns="82150" lIns="82150" spcFirstLastPara="1" rIns="82150" wrap="square" tIns="82150">
              <a:noAutofit/>
            </a:bodyPr>
            <a:lstStyle/>
            <a:p>
              <a:pPr indent="0" lvl="0" marL="0" rtl="0" algn="l">
                <a:spcBef>
                  <a:spcPts val="0"/>
                </a:spcBef>
                <a:spcAft>
                  <a:spcPts val="0"/>
                </a:spcAft>
                <a:buNone/>
              </a:pPr>
              <a:r>
                <a:t/>
              </a:r>
              <a:endParaRPr/>
            </a:p>
          </p:txBody>
        </p:sp>
        <p:sp>
          <p:nvSpPr>
            <p:cNvPr id="689" name="Google Shape;689;p66"/>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3C5337"/>
            </a:solidFill>
            <a:ln>
              <a:noFill/>
            </a:ln>
          </p:spPr>
          <p:txBody>
            <a:bodyPr anchorCtr="0" anchor="ctr" bIns="82150" lIns="82150" spcFirstLastPara="1" rIns="82150" wrap="square" tIns="82150">
              <a:noAutofit/>
            </a:bodyPr>
            <a:lstStyle/>
            <a:p>
              <a:pPr indent="0" lvl="0" marL="0" rtl="0" algn="l">
                <a:spcBef>
                  <a:spcPts val="0"/>
                </a:spcBef>
                <a:spcAft>
                  <a:spcPts val="0"/>
                </a:spcAft>
                <a:buNone/>
              </a:pPr>
              <a:r>
                <a:t/>
              </a:r>
              <a:endParaRPr/>
            </a:p>
          </p:txBody>
        </p:sp>
        <p:sp>
          <p:nvSpPr>
            <p:cNvPr id="690" name="Google Shape;690;p66"/>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C5337"/>
            </a:solidFill>
            <a:ln>
              <a:noFill/>
            </a:ln>
          </p:spPr>
          <p:txBody>
            <a:bodyPr anchorCtr="0" anchor="ctr" bIns="82150" lIns="82150" spcFirstLastPara="1" rIns="82150" wrap="square" tIns="82150">
              <a:noAutofit/>
            </a:bodyPr>
            <a:lstStyle/>
            <a:p>
              <a:pPr indent="0" lvl="0" marL="0" rtl="0" algn="l">
                <a:spcBef>
                  <a:spcPts val="0"/>
                </a:spcBef>
                <a:spcAft>
                  <a:spcPts val="0"/>
                </a:spcAft>
                <a:buNone/>
              </a:pPr>
              <a:r>
                <a:t/>
              </a:r>
              <a:endParaRPr/>
            </a:p>
          </p:txBody>
        </p:sp>
        <p:sp>
          <p:nvSpPr>
            <p:cNvPr id="691" name="Google Shape;691;p66"/>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3C5337"/>
            </a:solidFill>
            <a:ln>
              <a:noFill/>
            </a:ln>
          </p:spPr>
          <p:txBody>
            <a:bodyPr anchorCtr="0" anchor="ctr" bIns="82150" lIns="82150" spcFirstLastPara="1" rIns="82150" wrap="square" tIns="82150">
              <a:noAutofit/>
            </a:bodyPr>
            <a:lstStyle/>
            <a:p>
              <a:pPr indent="0" lvl="0" marL="0" rtl="0" algn="l">
                <a:spcBef>
                  <a:spcPts val="0"/>
                </a:spcBef>
                <a:spcAft>
                  <a:spcPts val="0"/>
                </a:spcAft>
                <a:buNone/>
              </a:pPr>
              <a:r>
                <a:t/>
              </a:r>
              <a:endParaRPr/>
            </a:p>
          </p:txBody>
        </p:sp>
        <p:sp>
          <p:nvSpPr>
            <p:cNvPr id="692" name="Google Shape;692;p66"/>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3C5337"/>
            </a:solidFill>
            <a:ln>
              <a:noFill/>
            </a:ln>
          </p:spPr>
          <p:txBody>
            <a:bodyPr anchorCtr="0" anchor="ctr" bIns="82150" lIns="82150" spcFirstLastPara="1" rIns="82150" wrap="square" tIns="82150">
              <a:noAutofit/>
            </a:bodyPr>
            <a:lstStyle/>
            <a:p>
              <a:pPr indent="0" lvl="0" marL="0" rtl="0" algn="l">
                <a:spcBef>
                  <a:spcPts val="0"/>
                </a:spcBef>
                <a:spcAft>
                  <a:spcPts val="0"/>
                </a:spcAft>
                <a:buNone/>
              </a:pPr>
              <a:r>
                <a:t/>
              </a:r>
              <a:endParaRPr/>
            </a:p>
          </p:txBody>
        </p:sp>
      </p:grpSp>
      <p:grpSp>
        <p:nvGrpSpPr>
          <p:cNvPr id="693" name="Google Shape;693;p66"/>
          <p:cNvGrpSpPr/>
          <p:nvPr/>
        </p:nvGrpSpPr>
        <p:grpSpPr>
          <a:xfrm>
            <a:off x="5834572" y="2254206"/>
            <a:ext cx="494055" cy="477306"/>
            <a:chOff x="3729467" y="2889422"/>
            <a:chExt cx="419153" cy="404977"/>
          </a:xfrm>
        </p:grpSpPr>
        <p:sp>
          <p:nvSpPr>
            <p:cNvPr id="694" name="Google Shape;694;p66"/>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3C5337"/>
            </a:solidFill>
            <a:ln>
              <a:noFill/>
            </a:ln>
          </p:spPr>
          <p:txBody>
            <a:bodyPr anchorCtr="0" anchor="ctr" bIns="87500" lIns="87500" spcFirstLastPara="1" rIns="87500" wrap="square" tIns="87500">
              <a:noAutofit/>
            </a:bodyPr>
            <a:lstStyle/>
            <a:p>
              <a:pPr indent="0" lvl="0" marL="0" rtl="0" algn="l">
                <a:spcBef>
                  <a:spcPts val="0"/>
                </a:spcBef>
                <a:spcAft>
                  <a:spcPts val="0"/>
                </a:spcAft>
                <a:buNone/>
              </a:pPr>
              <a:r>
                <a:t/>
              </a:r>
              <a:endParaRPr/>
            </a:p>
          </p:txBody>
        </p:sp>
        <p:sp>
          <p:nvSpPr>
            <p:cNvPr id="695" name="Google Shape;695;p66"/>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3C5337"/>
            </a:solidFill>
            <a:ln>
              <a:noFill/>
            </a:ln>
          </p:spPr>
          <p:txBody>
            <a:bodyPr anchorCtr="0" anchor="ctr" bIns="87500" lIns="87500" spcFirstLastPara="1" rIns="87500" wrap="square" tIns="87500">
              <a:noAutofit/>
            </a:bodyPr>
            <a:lstStyle/>
            <a:p>
              <a:pPr indent="0" lvl="0" marL="0" rtl="0" algn="l">
                <a:spcBef>
                  <a:spcPts val="0"/>
                </a:spcBef>
                <a:spcAft>
                  <a:spcPts val="0"/>
                </a:spcAft>
                <a:buNone/>
              </a:pPr>
              <a:r>
                <a:t/>
              </a:r>
              <a:endParaRPr/>
            </a:p>
          </p:txBody>
        </p:sp>
        <p:sp>
          <p:nvSpPr>
            <p:cNvPr id="696" name="Google Shape;696;p66"/>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3C5337"/>
            </a:solidFill>
            <a:ln>
              <a:noFill/>
            </a:ln>
          </p:spPr>
          <p:txBody>
            <a:bodyPr anchorCtr="0" anchor="ctr" bIns="87500" lIns="87500" spcFirstLastPara="1" rIns="87500" wrap="square" tIns="87500">
              <a:noAutofit/>
            </a:bodyPr>
            <a:lstStyle/>
            <a:p>
              <a:pPr indent="0" lvl="0" marL="0" rtl="0" algn="l">
                <a:spcBef>
                  <a:spcPts val="0"/>
                </a:spcBef>
                <a:spcAft>
                  <a:spcPts val="0"/>
                </a:spcAft>
                <a:buNone/>
              </a:pPr>
              <a:r>
                <a:t/>
              </a:r>
              <a:endParaRPr/>
            </a:p>
          </p:txBody>
        </p:sp>
        <p:sp>
          <p:nvSpPr>
            <p:cNvPr id="697" name="Google Shape;697;p66"/>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3C5337"/>
            </a:solidFill>
            <a:ln>
              <a:noFill/>
            </a:ln>
          </p:spPr>
          <p:txBody>
            <a:bodyPr anchorCtr="0" anchor="ctr" bIns="87500" lIns="87500" spcFirstLastPara="1" rIns="87500" wrap="square" tIns="87500">
              <a:noAutofit/>
            </a:bodyPr>
            <a:lstStyle/>
            <a:p>
              <a:pPr indent="0" lvl="0" marL="0" rtl="0" algn="l">
                <a:spcBef>
                  <a:spcPts val="0"/>
                </a:spcBef>
                <a:spcAft>
                  <a:spcPts val="0"/>
                </a:spcAft>
                <a:buNone/>
              </a:pPr>
              <a:r>
                <a:t/>
              </a:r>
              <a:endParaRPr/>
            </a:p>
          </p:txBody>
        </p:sp>
        <p:sp>
          <p:nvSpPr>
            <p:cNvPr id="698" name="Google Shape;698;p66"/>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C5337"/>
            </a:solidFill>
            <a:ln>
              <a:noFill/>
            </a:ln>
          </p:spPr>
          <p:txBody>
            <a:bodyPr anchorCtr="0" anchor="ctr" bIns="87500" lIns="87500" spcFirstLastPara="1" rIns="87500" wrap="square" tIns="87500">
              <a:noAutofit/>
            </a:bodyPr>
            <a:lstStyle/>
            <a:p>
              <a:pPr indent="0" lvl="0" marL="0" rtl="0" algn="l">
                <a:spcBef>
                  <a:spcPts val="0"/>
                </a:spcBef>
                <a:spcAft>
                  <a:spcPts val="0"/>
                </a:spcAft>
                <a:buNone/>
              </a:pPr>
              <a:r>
                <a:t/>
              </a:r>
              <a:endParaRPr/>
            </a:p>
          </p:txBody>
        </p:sp>
        <p:sp>
          <p:nvSpPr>
            <p:cNvPr id="699" name="Google Shape;699;p66"/>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3C5337"/>
            </a:solidFill>
            <a:ln>
              <a:noFill/>
            </a:ln>
          </p:spPr>
          <p:txBody>
            <a:bodyPr anchorCtr="0" anchor="ctr" bIns="87500" lIns="87500" spcFirstLastPara="1" rIns="87500" wrap="square" tIns="87500">
              <a:noAutofit/>
            </a:bodyPr>
            <a:lstStyle/>
            <a:p>
              <a:pPr indent="0" lvl="0" marL="0" rtl="0" algn="l">
                <a:spcBef>
                  <a:spcPts val="0"/>
                </a:spcBef>
                <a:spcAft>
                  <a:spcPts val="0"/>
                </a:spcAft>
                <a:buNone/>
              </a:pPr>
              <a:r>
                <a:t/>
              </a:r>
              <a:endParaRPr/>
            </a:p>
          </p:txBody>
        </p:sp>
        <p:sp>
          <p:nvSpPr>
            <p:cNvPr id="700" name="Google Shape;700;p66"/>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3C5337"/>
            </a:solidFill>
            <a:ln>
              <a:noFill/>
            </a:ln>
          </p:spPr>
          <p:txBody>
            <a:bodyPr anchorCtr="0" anchor="ctr" bIns="87500" lIns="87500" spcFirstLastPara="1" rIns="87500" wrap="square" tIns="87500">
              <a:noAutofit/>
            </a:bodyPr>
            <a:lstStyle/>
            <a:p>
              <a:pPr indent="0" lvl="0" marL="0" rtl="0" algn="l">
                <a:spcBef>
                  <a:spcPts val="0"/>
                </a:spcBef>
                <a:spcAft>
                  <a:spcPts val="0"/>
                </a:spcAft>
                <a:buNone/>
              </a:pPr>
              <a:r>
                <a:t/>
              </a:r>
              <a:endParaRPr/>
            </a:p>
          </p:txBody>
        </p:sp>
      </p:grpSp>
      <p:sp>
        <p:nvSpPr>
          <p:cNvPr id="701" name="Google Shape;701;p66"/>
          <p:cNvSpPr/>
          <p:nvPr/>
        </p:nvSpPr>
        <p:spPr>
          <a:xfrm>
            <a:off x="567575" y="2352138"/>
            <a:ext cx="334006" cy="251224"/>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grpSp>
        <p:nvGrpSpPr>
          <p:cNvPr id="702" name="Google Shape;702;p66"/>
          <p:cNvGrpSpPr/>
          <p:nvPr/>
        </p:nvGrpSpPr>
        <p:grpSpPr>
          <a:xfrm>
            <a:off x="572809" y="2829521"/>
            <a:ext cx="323706" cy="275138"/>
            <a:chOff x="4660325" y="1866850"/>
            <a:chExt cx="68350" cy="58100"/>
          </a:xfrm>
        </p:grpSpPr>
        <p:sp>
          <p:nvSpPr>
            <p:cNvPr id="703" name="Google Shape;703;p66"/>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704" name="Google Shape;704;p66"/>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grpSp>
      <p:grpSp>
        <p:nvGrpSpPr>
          <p:cNvPr id="705" name="Google Shape;705;p66"/>
          <p:cNvGrpSpPr/>
          <p:nvPr/>
        </p:nvGrpSpPr>
        <p:grpSpPr>
          <a:xfrm>
            <a:off x="1270884" y="2844911"/>
            <a:ext cx="275043" cy="244357"/>
            <a:chOff x="5058450" y="1870100"/>
            <a:chExt cx="58075" cy="51600"/>
          </a:xfrm>
        </p:grpSpPr>
        <p:sp>
          <p:nvSpPr>
            <p:cNvPr id="706" name="Google Shape;706;p66"/>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707" name="Google Shape;707;p66"/>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grpSp>
      <p:sp>
        <p:nvSpPr>
          <p:cNvPr id="708" name="Google Shape;708;p66"/>
          <p:cNvSpPr/>
          <p:nvPr/>
        </p:nvSpPr>
        <p:spPr>
          <a:xfrm>
            <a:off x="1238852" y="2282272"/>
            <a:ext cx="339306" cy="339306"/>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709" name="Google Shape;709;p66"/>
          <p:cNvSpPr/>
          <p:nvPr/>
        </p:nvSpPr>
        <p:spPr>
          <a:xfrm>
            <a:off x="4440474" y="2262383"/>
            <a:ext cx="500975" cy="412260"/>
          </a:xfrm>
          <a:custGeom>
            <a:rect b="b" l="l" r="r" t="t"/>
            <a:pathLst>
              <a:path extrusionOk="0" h="21542" w="21508">
                <a:moveTo>
                  <a:pt x="21409" y="5972"/>
                </a:moveTo>
                <a:lnTo>
                  <a:pt x="19763" y="8186"/>
                </a:lnTo>
                <a:lnTo>
                  <a:pt x="18666" y="10220"/>
                </a:lnTo>
                <a:cubicBezTo>
                  <a:pt x="18473" y="10526"/>
                  <a:pt x="18266" y="10760"/>
                  <a:pt x="18029" y="10994"/>
                </a:cubicBezTo>
                <a:cubicBezTo>
                  <a:pt x="17732" y="11282"/>
                  <a:pt x="17421" y="11498"/>
                  <a:pt x="17080" y="11678"/>
                </a:cubicBezTo>
                <a:cubicBezTo>
                  <a:pt x="16887" y="11768"/>
                  <a:pt x="16680" y="11840"/>
                  <a:pt x="16472" y="11894"/>
                </a:cubicBezTo>
                <a:cubicBezTo>
                  <a:pt x="16472" y="11894"/>
                  <a:pt x="16472" y="11894"/>
                  <a:pt x="16457" y="11894"/>
                </a:cubicBezTo>
                <a:cubicBezTo>
                  <a:pt x="16264" y="11930"/>
                  <a:pt x="16087" y="11984"/>
                  <a:pt x="15879" y="11984"/>
                </a:cubicBezTo>
                <a:cubicBezTo>
                  <a:pt x="16087" y="11984"/>
                  <a:pt x="16279" y="11930"/>
                  <a:pt x="16472" y="11894"/>
                </a:cubicBezTo>
                <a:cubicBezTo>
                  <a:pt x="16472" y="11894"/>
                  <a:pt x="16472" y="11894"/>
                  <a:pt x="16487" y="11894"/>
                </a:cubicBezTo>
                <a:lnTo>
                  <a:pt x="17273" y="12848"/>
                </a:lnTo>
                <a:cubicBezTo>
                  <a:pt x="17273" y="12848"/>
                  <a:pt x="17273" y="12866"/>
                  <a:pt x="17287" y="12866"/>
                </a:cubicBezTo>
                <a:cubicBezTo>
                  <a:pt x="17539" y="13172"/>
                  <a:pt x="17717" y="13586"/>
                  <a:pt x="17717" y="14054"/>
                </a:cubicBezTo>
                <a:cubicBezTo>
                  <a:pt x="17717" y="14972"/>
                  <a:pt x="17110" y="15692"/>
                  <a:pt x="16368" y="15692"/>
                </a:cubicBezTo>
                <a:cubicBezTo>
                  <a:pt x="16294" y="15692"/>
                  <a:pt x="16220" y="15692"/>
                  <a:pt x="16131" y="15674"/>
                </a:cubicBezTo>
                <a:cubicBezTo>
                  <a:pt x="16146" y="15782"/>
                  <a:pt x="16146" y="15872"/>
                  <a:pt x="16146" y="15980"/>
                </a:cubicBezTo>
                <a:cubicBezTo>
                  <a:pt x="16146" y="16898"/>
                  <a:pt x="15538" y="17618"/>
                  <a:pt x="14797" y="17618"/>
                </a:cubicBezTo>
                <a:cubicBezTo>
                  <a:pt x="14708" y="17618"/>
                  <a:pt x="14619" y="17618"/>
                  <a:pt x="14545" y="17600"/>
                </a:cubicBezTo>
                <a:cubicBezTo>
                  <a:pt x="14545" y="17690"/>
                  <a:pt x="14560" y="17780"/>
                  <a:pt x="14560" y="17888"/>
                </a:cubicBezTo>
                <a:cubicBezTo>
                  <a:pt x="14560" y="18788"/>
                  <a:pt x="13952" y="19526"/>
                  <a:pt x="13211" y="19526"/>
                </a:cubicBezTo>
                <a:cubicBezTo>
                  <a:pt x="13136" y="19526"/>
                  <a:pt x="13062" y="19526"/>
                  <a:pt x="12973" y="19508"/>
                </a:cubicBezTo>
                <a:cubicBezTo>
                  <a:pt x="12988" y="19616"/>
                  <a:pt x="12988" y="19706"/>
                  <a:pt x="12988" y="19814"/>
                </a:cubicBezTo>
                <a:cubicBezTo>
                  <a:pt x="12988" y="20714"/>
                  <a:pt x="12395" y="21452"/>
                  <a:pt x="11639" y="21452"/>
                </a:cubicBezTo>
                <a:cubicBezTo>
                  <a:pt x="11254" y="21452"/>
                  <a:pt x="10898" y="21236"/>
                  <a:pt x="10646" y="20912"/>
                </a:cubicBezTo>
                <a:cubicBezTo>
                  <a:pt x="10616" y="20894"/>
                  <a:pt x="10601" y="20876"/>
                  <a:pt x="10587" y="20858"/>
                </a:cubicBezTo>
                <a:lnTo>
                  <a:pt x="9430" y="19436"/>
                </a:lnTo>
                <a:lnTo>
                  <a:pt x="8215" y="20912"/>
                </a:lnTo>
                <a:cubicBezTo>
                  <a:pt x="7977" y="21308"/>
                  <a:pt x="7607" y="21542"/>
                  <a:pt x="7177" y="21542"/>
                </a:cubicBezTo>
                <a:cubicBezTo>
                  <a:pt x="6450" y="21542"/>
                  <a:pt x="5887" y="20822"/>
                  <a:pt x="5887" y="19958"/>
                </a:cubicBezTo>
                <a:cubicBezTo>
                  <a:pt x="5887" y="19832"/>
                  <a:pt x="5887" y="19706"/>
                  <a:pt x="5917" y="19580"/>
                </a:cubicBezTo>
                <a:cubicBezTo>
                  <a:pt x="5813" y="19598"/>
                  <a:pt x="5709" y="19616"/>
                  <a:pt x="5590" y="19616"/>
                </a:cubicBezTo>
                <a:cubicBezTo>
                  <a:pt x="4864" y="19616"/>
                  <a:pt x="4301" y="18896"/>
                  <a:pt x="4301" y="18032"/>
                </a:cubicBezTo>
                <a:cubicBezTo>
                  <a:pt x="4301" y="17906"/>
                  <a:pt x="4301" y="17798"/>
                  <a:pt x="4330" y="17690"/>
                </a:cubicBezTo>
                <a:cubicBezTo>
                  <a:pt x="4227" y="17708"/>
                  <a:pt x="4123" y="17726"/>
                  <a:pt x="4004" y="17726"/>
                </a:cubicBezTo>
                <a:cubicBezTo>
                  <a:pt x="3278" y="17726"/>
                  <a:pt x="2714" y="17024"/>
                  <a:pt x="2714" y="16160"/>
                </a:cubicBezTo>
                <a:cubicBezTo>
                  <a:pt x="2714" y="16016"/>
                  <a:pt x="2714" y="15890"/>
                  <a:pt x="2744" y="15782"/>
                </a:cubicBezTo>
                <a:cubicBezTo>
                  <a:pt x="2655" y="15800"/>
                  <a:pt x="2566" y="15800"/>
                  <a:pt x="2477" y="15800"/>
                </a:cubicBezTo>
                <a:cubicBezTo>
                  <a:pt x="1751" y="15800"/>
                  <a:pt x="1173" y="15098"/>
                  <a:pt x="1173" y="14234"/>
                </a:cubicBezTo>
                <a:cubicBezTo>
                  <a:pt x="1173" y="13910"/>
                  <a:pt x="1262" y="13586"/>
                  <a:pt x="1410" y="13316"/>
                </a:cubicBezTo>
                <a:cubicBezTo>
                  <a:pt x="1410" y="13298"/>
                  <a:pt x="1410" y="13280"/>
                  <a:pt x="1425" y="13280"/>
                </a:cubicBezTo>
                <a:cubicBezTo>
                  <a:pt x="1439" y="13262"/>
                  <a:pt x="1484" y="13208"/>
                  <a:pt x="1514" y="13172"/>
                </a:cubicBezTo>
                <a:cubicBezTo>
                  <a:pt x="1543" y="13118"/>
                  <a:pt x="1573" y="13064"/>
                  <a:pt x="1617" y="13028"/>
                </a:cubicBezTo>
                <a:cubicBezTo>
                  <a:pt x="1958" y="12578"/>
                  <a:pt x="2522" y="11930"/>
                  <a:pt x="2907" y="11480"/>
                </a:cubicBezTo>
                <a:lnTo>
                  <a:pt x="135" y="8150"/>
                </a:lnTo>
                <a:cubicBezTo>
                  <a:pt x="1" y="7970"/>
                  <a:pt x="-43" y="7736"/>
                  <a:pt x="46" y="7610"/>
                </a:cubicBezTo>
                <a:cubicBezTo>
                  <a:pt x="165" y="7502"/>
                  <a:pt x="342" y="7538"/>
                  <a:pt x="491" y="7718"/>
                </a:cubicBezTo>
                <a:lnTo>
                  <a:pt x="3263" y="11048"/>
                </a:lnTo>
                <a:cubicBezTo>
                  <a:pt x="3485" y="10742"/>
                  <a:pt x="3826" y="10544"/>
                  <a:pt x="4212" y="10544"/>
                </a:cubicBezTo>
                <a:cubicBezTo>
                  <a:pt x="4938" y="10544"/>
                  <a:pt x="5502" y="11264"/>
                  <a:pt x="5502" y="12128"/>
                </a:cubicBezTo>
                <a:cubicBezTo>
                  <a:pt x="5502" y="12254"/>
                  <a:pt x="5502" y="12380"/>
                  <a:pt x="5472" y="12488"/>
                </a:cubicBezTo>
                <a:cubicBezTo>
                  <a:pt x="5561" y="12470"/>
                  <a:pt x="5650" y="12470"/>
                  <a:pt x="5739" y="12470"/>
                </a:cubicBezTo>
                <a:cubicBezTo>
                  <a:pt x="6465" y="12470"/>
                  <a:pt x="7043" y="13190"/>
                  <a:pt x="7043" y="14054"/>
                </a:cubicBezTo>
                <a:cubicBezTo>
                  <a:pt x="7043" y="14180"/>
                  <a:pt x="7043" y="14288"/>
                  <a:pt x="6999" y="14396"/>
                </a:cubicBezTo>
                <a:cubicBezTo>
                  <a:pt x="7117" y="14378"/>
                  <a:pt x="7221" y="14360"/>
                  <a:pt x="7325" y="14360"/>
                </a:cubicBezTo>
                <a:cubicBezTo>
                  <a:pt x="8051" y="14360"/>
                  <a:pt x="8630" y="15080"/>
                  <a:pt x="8630" y="15944"/>
                </a:cubicBezTo>
                <a:cubicBezTo>
                  <a:pt x="8630" y="16070"/>
                  <a:pt x="8630" y="16196"/>
                  <a:pt x="8585" y="16322"/>
                </a:cubicBezTo>
                <a:cubicBezTo>
                  <a:pt x="8704" y="16304"/>
                  <a:pt x="8808" y="16286"/>
                  <a:pt x="8911" y="16286"/>
                </a:cubicBezTo>
                <a:cubicBezTo>
                  <a:pt x="9638" y="16286"/>
                  <a:pt x="10216" y="17006"/>
                  <a:pt x="10216" y="17870"/>
                </a:cubicBezTo>
                <a:cubicBezTo>
                  <a:pt x="10216" y="18230"/>
                  <a:pt x="10112" y="18608"/>
                  <a:pt x="9934" y="18860"/>
                </a:cubicBezTo>
                <a:cubicBezTo>
                  <a:pt x="9934" y="18860"/>
                  <a:pt x="9934" y="18878"/>
                  <a:pt x="9905" y="18878"/>
                </a:cubicBezTo>
                <a:lnTo>
                  <a:pt x="9816" y="18986"/>
                </a:lnTo>
                <a:lnTo>
                  <a:pt x="11002" y="20426"/>
                </a:lnTo>
                <a:cubicBezTo>
                  <a:pt x="11165" y="20678"/>
                  <a:pt x="11402" y="20822"/>
                  <a:pt x="11698" y="20822"/>
                </a:cubicBezTo>
                <a:cubicBezTo>
                  <a:pt x="12173" y="20822"/>
                  <a:pt x="12543" y="20354"/>
                  <a:pt x="12543" y="19796"/>
                </a:cubicBezTo>
                <a:cubicBezTo>
                  <a:pt x="12543" y="19508"/>
                  <a:pt x="12454" y="19256"/>
                  <a:pt x="12306" y="19076"/>
                </a:cubicBezTo>
                <a:cubicBezTo>
                  <a:pt x="12247" y="19040"/>
                  <a:pt x="12217" y="18968"/>
                  <a:pt x="12173" y="18896"/>
                </a:cubicBezTo>
                <a:lnTo>
                  <a:pt x="11565" y="18176"/>
                </a:lnTo>
                <a:lnTo>
                  <a:pt x="10142" y="16430"/>
                </a:lnTo>
                <a:cubicBezTo>
                  <a:pt x="10053" y="16322"/>
                  <a:pt x="10053" y="16124"/>
                  <a:pt x="10142" y="16016"/>
                </a:cubicBezTo>
                <a:cubicBezTo>
                  <a:pt x="10231" y="15908"/>
                  <a:pt x="10394" y="15908"/>
                  <a:pt x="10483" y="16016"/>
                </a:cubicBezTo>
                <a:lnTo>
                  <a:pt x="11876" y="17708"/>
                </a:lnTo>
                <a:lnTo>
                  <a:pt x="12425" y="18392"/>
                </a:lnTo>
                <a:lnTo>
                  <a:pt x="12529" y="18518"/>
                </a:lnTo>
                <a:cubicBezTo>
                  <a:pt x="12692" y="18770"/>
                  <a:pt x="12944" y="18932"/>
                  <a:pt x="13225" y="18932"/>
                </a:cubicBezTo>
                <a:cubicBezTo>
                  <a:pt x="13715" y="18932"/>
                  <a:pt x="14085" y="18446"/>
                  <a:pt x="14085" y="17888"/>
                </a:cubicBezTo>
                <a:cubicBezTo>
                  <a:pt x="14085" y="17600"/>
                  <a:pt x="13996" y="17348"/>
                  <a:pt x="13833" y="17168"/>
                </a:cubicBezTo>
                <a:cubicBezTo>
                  <a:pt x="13804" y="17132"/>
                  <a:pt x="13759" y="17078"/>
                  <a:pt x="13729" y="17042"/>
                </a:cubicBezTo>
                <a:lnTo>
                  <a:pt x="13077" y="16268"/>
                </a:lnTo>
                <a:lnTo>
                  <a:pt x="11713" y="14594"/>
                </a:lnTo>
                <a:cubicBezTo>
                  <a:pt x="11624" y="14486"/>
                  <a:pt x="11624" y="14288"/>
                  <a:pt x="11713" y="14180"/>
                </a:cubicBezTo>
                <a:cubicBezTo>
                  <a:pt x="11802" y="14072"/>
                  <a:pt x="11965" y="14072"/>
                  <a:pt x="12054" y="14180"/>
                </a:cubicBezTo>
                <a:lnTo>
                  <a:pt x="13418" y="15854"/>
                </a:lnTo>
                <a:lnTo>
                  <a:pt x="13996" y="16538"/>
                </a:lnTo>
                <a:lnTo>
                  <a:pt x="14085" y="16646"/>
                </a:lnTo>
                <a:cubicBezTo>
                  <a:pt x="14248" y="16916"/>
                  <a:pt x="14485" y="17060"/>
                  <a:pt x="14782" y="17060"/>
                </a:cubicBezTo>
                <a:cubicBezTo>
                  <a:pt x="15256" y="17060"/>
                  <a:pt x="15627" y="16592"/>
                  <a:pt x="15627" y="16016"/>
                </a:cubicBezTo>
                <a:cubicBezTo>
                  <a:pt x="15627" y="15746"/>
                  <a:pt x="15538" y="15476"/>
                  <a:pt x="15390" y="15314"/>
                </a:cubicBezTo>
                <a:cubicBezTo>
                  <a:pt x="15331" y="15260"/>
                  <a:pt x="15301" y="15206"/>
                  <a:pt x="15256" y="15134"/>
                </a:cubicBezTo>
                <a:lnTo>
                  <a:pt x="13314" y="12776"/>
                </a:lnTo>
                <a:cubicBezTo>
                  <a:pt x="13225" y="12668"/>
                  <a:pt x="13225" y="12470"/>
                  <a:pt x="13314" y="12362"/>
                </a:cubicBezTo>
                <a:cubicBezTo>
                  <a:pt x="13403" y="12254"/>
                  <a:pt x="13566" y="12254"/>
                  <a:pt x="13655" y="12362"/>
                </a:cubicBezTo>
                <a:lnTo>
                  <a:pt x="15597" y="14720"/>
                </a:lnTo>
                <a:lnTo>
                  <a:pt x="15627" y="14774"/>
                </a:lnTo>
                <a:cubicBezTo>
                  <a:pt x="15790" y="15026"/>
                  <a:pt x="16042" y="15188"/>
                  <a:pt x="16324" y="15188"/>
                </a:cubicBezTo>
                <a:cubicBezTo>
                  <a:pt x="16813" y="15188"/>
                  <a:pt x="17184" y="14702"/>
                  <a:pt x="17184" y="14144"/>
                </a:cubicBezTo>
                <a:cubicBezTo>
                  <a:pt x="17184" y="13874"/>
                  <a:pt x="17110" y="13640"/>
                  <a:pt x="16976" y="13478"/>
                </a:cubicBezTo>
                <a:lnTo>
                  <a:pt x="14901" y="10958"/>
                </a:lnTo>
                <a:cubicBezTo>
                  <a:pt x="14886" y="10940"/>
                  <a:pt x="14871" y="10886"/>
                  <a:pt x="14856" y="10868"/>
                </a:cubicBezTo>
                <a:lnTo>
                  <a:pt x="11787" y="7142"/>
                </a:lnTo>
                <a:lnTo>
                  <a:pt x="11298" y="6566"/>
                </a:lnTo>
                <a:cubicBezTo>
                  <a:pt x="11268" y="6512"/>
                  <a:pt x="11254" y="6476"/>
                  <a:pt x="11224" y="6440"/>
                </a:cubicBezTo>
                <a:cubicBezTo>
                  <a:pt x="11224" y="6404"/>
                  <a:pt x="11209" y="6386"/>
                  <a:pt x="11209" y="6368"/>
                </a:cubicBezTo>
                <a:cubicBezTo>
                  <a:pt x="10957" y="5738"/>
                  <a:pt x="10394" y="5324"/>
                  <a:pt x="9771" y="5324"/>
                </a:cubicBezTo>
                <a:cubicBezTo>
                  <a:pt x="9401" y="5324"/>
                  <a:pt x="9030" y="5504"/>
                  <a:pt x="8748" y="5756"/>
                </a:cubicBezTo>
                <a:lnTo>
                  <a:pt x="8748" y="5792"/>
                </a:lnTo>
                <a:lnTo>
                  <a:pt x="8215" y="8618"/>
                </a:lnTo>
                <a:cubicBezTo>
                  <a:pt x="8215" y="8690"/>
                  <a:pt x="8200" y="8744"/>
                  <a:pt x="8170" y="8816"/>
                </a:cubicBezTo>
                <a:cubicBezTo>
                  <a:pt x="8007" y="9392"/>
                  <a:pt x="7533" y="9824"/>
                  <a:pt x="6984" y="9824"/>
                </a:cubicBezTo>
                <a:cubicBezTo>
                  <a:pt x="6302" y="9824"/>
                  <a:pt x="5754" y="9158"/>
                  <a:pt x="5754" y="8330"/>
                </a:cubicBezTo>
                <a:cubicBezTo>
                  <a:pt x="5754" y="8258"/>
                  <a:pt x="5754" y="8150"/>
                  <a:pt x="5768" y="8060"/>
                </a:cubicBezTo>
                <a:cubicBezTo>
                  <a:pt x="5768" y="8042"/>
                  <a:pt x="5768" y="7988"/>
                  <a:pt x="5798" y="7952"/>
                </a:cubicBezTo>
                <a:cubicBezTo>
                  <a:pt x="6095" y="6386"/>
                  <a:pt x="6984" y="1670"/>
                  <a:pt x="6984" y="1670"/>
                </a:cubicBezTo>
                <a:cubicBezTo>
                  <a:pt x="6999" y="1580"/>
                  <a:pt x="7043" y="1472"/>
                  <a:pt x="7073" y="1418"/>
                </a:cubicBezTo>
                <a:cubicBezTo>
                  <a:pt x="7251" y="806"/>
                  <a:pt x="7740" y="374"/>
                  <a:pt x="8303" y="374"/>
                </a:cubicBezTo>
                <a:cubicBezTo>
                  <a:pt x="8481" y="374"/>
                  <a:pt x="8644" y="410"/>
                  <a:pt x="8808" y="500"/>
                </a:cubicBezTo>
                <a:lnTo>
                  <a:pt x="14574" y="2066"/>
                </a:lnTo>
                <a:lnTo>
                  <a:pt x="16012" y="158"/>
                </a:lnTo>
                <a:cubicBezTo>
                  <a:pt x="16176" y="-40"/>
                  <a:pt x="16413" y="-58"/>
                  <a:pt x="16576" y="140"/>
                </a:cubicBezTo>
                <a:lnTo>
                  <a:pt x="21335" y="5378"/>
                </a:lnTo>
                <a:cubicBezTo>
                  <a:pt x="21542" y="5468"/>
                  <a:pt x="21557" y="5756"/>
                  <a:pt x="21409" y="5972"/>
                </a:cubicBezTo>
              </a:path>
            </a:pathLst>
          </a:custGeom>
          <a:solidFill>
            <a:srgbClr val="3C5337"/>
          </a:solidFill>
          <a:ln>
            <a:noFill/>
          </a:ln>
        </p:spPr>
        <p:txBody>
          <a:bodyPr anchorCtr="0" anchor="ctr" bIns="26325" lIns="18500" spcFirstLastPara="1" rIns="18500" wrap="square" tIns="26325">
            <a:noAutofit/>
          </a:bodyPr>
          <a:lstStyle/>
          <a:p>
            <a:pPr indent="0" lvl="0" marL="0" marR="0" rtl="0" algn="l">
              <a:lnSpc>
                <a:spcPct val="93000"/>
              </a:lnSpc>
              <a:spcBef>
                <a:spcPts val="0"/>
              </a:spcBef>
              <a:spcAft>
                <a:spcPts val="0"/>
              </a:spcAft>
              <a:buNone/>
            </a:pPr>
            <a:r>
              <a:t/>
            </a:r>
            <a:endParaRPr sz="1383">
              <a:solidFill>
                <a:srgbClr val="000000"/>
              </a:solidFill>
              <a:latin typeface="Arial"/>
              <a:ea typeface="Arial"/>
              <a:cs typeface="Arial"/>
              <a:sym typeface="Arial"/>
            </a:endParaRPr>
          </a:p>
        </p:txBody>
      </p:sp>
      <p:sp>
        <p:nvSpPr>
          <p:cNvPr id="710" name="Google Shape;710;p66"/>
          <p:cNvSpPr/>
          <p:nvPr/>
        </p:nvSpPr>
        <p:spPr>
          <a:xfrm>
            <a:off x="6515737" y="2227675"/>
            <a:ext cx="510840" cy="448416"/>
          </a:xfrm>
          <a:custGeom>
            <a:rect b="b" l="l" r="r" t="t"/>
            <a:pathLst>
              <a:path extrusionOk="0" h="21600" w="21600">
                <a:moveTo>
                  <a:pt x="21600" y="21582"/>
                </a:moveTo>
                <a:lnTo>
                  <a:pt x="851" y="21582"/>
                </a:lnTo>
                <a:lnTo>
                  <a:pt x="851" y="21600"/>
                </a:lnTo>
                <a:lnTo>
                  <a:pt x="0" y="21600"/>
                </a:lnTo>
                <a:lnTo>
                  <a:pt x="0" y="0"/>
                </a:lnTo>
                <a:lnTo>
                  <a:pt x="851" y="0"/>
                </a:lnTo>
                <a:lnTo>
                  <a:pt x="851" y="20612"/>
                </a:lnTo>
                <a:lnTo>
                  <a:pt x="1514" y="20612"/>
                </a:lnTo>
                <a:lnTo>
                  <a:pt x="1514" y="16752"/>
                </a:lnTo>
                <a:lnTo>
                  <a:pt x="4872" y="16752"/>
                </a:lnTo>
                <a:lnTo>
                  <a:pt x="4872" y="20612"/>
                </a:lnTo>
                <a:lnTo>
                  <a:pt x="6007" y="20612"/>
                </a:lnTo>
                <a:lnTo>
                  <a:pt x="6007" y="13053"/>
                </a:lnTo>
                <a:lnTo>
                  <a:pt x="9365" y="13053"/>
                </a:lnTo>
                <a:lnTo>
                  <a:pt x="9365" y="20612"/>
                </a:lnTo>
                <a:lnTo>
                  <a:pt x="10500" y="20612"/>
                </a:lnTo>
                <a:lnTo>
                  <a:pt x="10500" y="5817"/>
                </a:lnTo>
                <a:lnTo>
                  <a:pt x="13859" y="5817"/>
                </a:lnTo>
                <a:lnTo>
                  <a:pt x="13859" y="20612"/>
                </a:lnTo>
                <a:lnTo>
                  <a:pt x="14978" y="20612"/>
                </a:lnTo>
                <a:lnTo>
                  <a:pt x="14978" y="1616"/>
                </a:lnTo>
                <a:lnTo>
                  <a:pt x="18336" y="1616"/>
                </a:lnTo>
                <a:lnTo>
                  <a:pt x="18336" y="20612"/>
                </a:lnTo>
                <a:lnTo>
                  <a:pt x="21600" y="20612"/>
                </a:lnTo>
                <a:lnTo>
                  <a:pt x="21600" y="21582"/>
                </a:lnTo>
              </a:path>
            </a:pathLst>
          </a:custGeom>
          <a:solidFill>
            <a:srgbClr val="3C5337"/>
          </a:solidFill>
          <a:ln>
            <a:noFill/>
          </a:ln>
        </p:spPr>
        <p:txBody>
          <a:bodyPr anchorCtr="0" anchor="ctr" bIns="26325" lIns="18500" spcFirstLastPara="1" rIns="18500" wrap="square" tIns="26325">
            <a:noAutofit/>
          </a:bodyPr>
          <a:lstStyle/>
          <a:p>
            <a:pPr indent="0" lvl="0" marL="0" marR="0" rtl="0" algn="l">
              <a:lnSpc>
                <a:spcPct val="93000"/>
              </a:lnSpc>
              <a:spcBef>
                <a:spcPts val="0"/>
              </a:spcBef>
              <a:spcAft>
                <a:spcPts val="0"/>
              </a:spcAft>
              <a:buNone/>
            </a:pPr>
            <a:r>
              <a:t/>
            </a:r>
            <a:endParaRPr sz="1383">
              <a:solidFill>
                <a:srgbClr val="000000"/>
              </a:solidFill>
              <a:latin typeface="Arial"/>
              <a:ea typeface="Arial"/>
              <a:cs typeface="Arial"/>
              <a:sym typeface="Arial"/>
            </a:endParaRPr>
          </a:p>
        </p:txBody>
      </p:sp>
      <p:sp>
        <p:nvSpPr>
          <p:cNvPr id="711" name="Google Shape;711;p66"/>
          <p:cNvSpPr/>
          <p:nvPr/>
        </p:nvSpPr>
        <p:spPr>
          <a:xfrm>
            <a:off x="7213824" y="2244367"/>
            <a:ext cx="450383" cy="431730"/>
          </a:xfrm>
          <a:custGeom>
            <a:rect b="b" l="l" r="r" t="t"/>
            <a:pathLst>
              <a:path extrusionOk="0" h="21600" w="21583">
                <a:moveTo>
                  <a:pt x="21583" y="8255"/>
                </a:moveTo>
                <a:cubicBezTo>
                  <a:pt x="21583" y="9154"/>
                  <a:pt x="20894" y="9856"/>
                  <a:pt x="20050" y="9856"/>
                </a:cubicBezTo>
                <a:lnTo>
                  <a:pt x="20050" y="15503"/>
                </a:lnTo>
                <a:lnTo>
                  <a:pt x="20033" y="15503"/>
                </a:lnTo>
                <a:cubicBezTo>
                  <a:pt x="19964" y="16025"/>
                  <a:pt x="19533" y="16420"/>
                  <a:pt x="19033" y="16420"/>
                </a:cubicBezTo>
                <a:cubicBezTo>
                  <a:pt x="18844" y="16420"/>
                  <a:pt x="18689" y="16366"/>
                  <a:pt x="18534" y="16294"/>
                </a:cubicBezTo>
                <a:cubicBezTo>
                  <a:pt x="18534" y="16258"/>
                  <a:pt x="18500" y="16258"/>
                  <a:pt x="18482" y="16240"/>
                </a:cubicBezTo>
                <a:cubicBezTo>
                  <a:pt x="18431" y="16222"/>
                  <a:pt x="18396" y="16187"/>
                  <a:pt x="18379" y="16151"/>
                </a:cubicBezTo>
                <a:cubicBezTo>
                  <a:pt x="16226" y="14316"/>
                  <a:pt x="13590" y="11888"/>
                  <a:pt x="9525" y="11528"/>
                </a:cubicBezTo>
                <a:cubicBezTo>
                  <a:pt x="9284" y="11510"/>
                  <a:pt x="8888" y="11492"/>
                  <a:pt x="8457" y="11492"/>
                </a:cubicBezTo>
                <a:lnTo>
                  <a:pt x="9388" y="17392"/>
                </a:lnTo>
                <a:lnTo>
                  <a:pt x="10249" y="17266"/>
                </a:lnTo>
                <a:lnTo>
                  <a:pt x="10507" y="19028"/>
                </a:lnTo>
                <a:lnTo>
                  <a:pt x="9611" y="19172"/>
                </a:lnTo>
                <a:lnTo>
                  <a:pt x="9835" y="21024"/>
                </a:lnTo>
                <a:lnTo>
                  <a:pt x="5426" y="21600"/>
                </a:lnTo>
                <a:lnTo>
                  <a:pt x="3962" y="11492"/>
                </a:lnTo>
                <a:lnTo>
                  <a:pt x="3273" y="11492"/>
                </a:lnTo>
                <a:cubicBezTo>
                  <a:pt x="3204" y="11492"/>
                  <a:pt x="3152" y="11456"/>
                  <a:pt x="3083" y="11456"/>
                </a:cubicBezTo>
                <a:cubicBezTo>
                  <a:pt x="3083" y="11456"/>
                  <a:pt x="3083" y="11456"/>
                  <a:pt x="3066" y="11456"/>
                </a:cubicBezTo>
                <a:cubicBezTo>
                  <a:pt x="1361" y="11456"/>
                  <a:pt x="0" y="10036"/>
                  <a:pt x="0" y="8255"/>
                </a:cubicBezTo>
                <a:cubicBezTo>
                  <a:pt x="0" y="6493"/>
                  <a:pt x="1361" y="5054"/>
                  <a:pt x="3066" y="5054"/>
                </a:cubicBezTo>
                <a:cubicBezTo>
                  <a:pt x="3066" y="5054"/>
                  <a:pt x="3066" y="5054"/>
                  <a:pt x="3083" y="5054"/>
                </a:cubicBezTo>
                <a:cubicBezTo>
                  <a:pt x="3152" y="5036"/>
                  <a:pt x="3204" y="5036"/>
                  <a:pt x="3273" y="5036"/>
                </a:cubicBezTo>
                <a:lnTo>
                  <a:pt x="8475" y="5036"/>
                </a:lnTo>
                <a:cubicBezTo>
                  <a:pt x="12884" y="5036"/>
                  <a:pt x="15830" y="2482"/>
                  <a:pt x="18172" y="522"/>
                </a:cubicBezTo>
                <a:cubicBezTo>
                  <a:pt x="18344" y="216"/>
                  <a:pt x="18655" y="0"/>
                  <a:pt x="19033" y="0"/>
                </a:cubicBezTo>
                <a:cubicBezTo>
                  <a:pt x="19567" y="0"/>
                  <a:pt x="20015" y="432"/>
                  <a:pt x="20050" y="971"/>
                </a:cubicBezTo>
                <a:lnTo>
                  <a:pt x="20050" y="6654"/>
                </a:lnTo>
                <a:cubicBezTo>
                  <a:pt x="20894" y="6654"/>
                  <a:pt x="21600" y="7356"/>
                  <a:pt x="21583" y="8255"/>
                </a:cubicBezTo>
                <a:close/>
                <a:moveTo>
                  <a:pt x="18500" y="2230"/>
                </a:moveTo>
                <a:cubicBezTo>
                  <a:pt x="15365" y="4766"/>
                  <a:pt x="13074" y="6187"/>
                  <a:pt x="10008" y="6547"/>
                </a:cubicBezTo>
                <a:lnTo>
                  <a:pt x="10008" y="9946"/>
                </a:lnTo>
                <a:cubicBezTo>
                  <a:pt x="13074" y="10323"/>
                  <a:pt x="15347" y="11726"/>
                  <a:pt x="18500" y="14226"/>
                </a:cubicBezTo>
                <a:lnTo>
                  <a:pt x="18500" y="2230"/>
                </a:lnTo>
                <a:close/>
              </a:path>
            </a:pathLst>
          </a:custGeom>
          <a:solidFill>
            <a:srgbClr val="3C5337"/>
          </a:solidFill>
          <a:ln>
            <a:noFill/>
          </a:ln>
        </p:spPr>
        <p:txBody>
          <a:bodyPr anchorCtr="0" anchor="ctr" bIns="26325" lIns="18500" spcFirstLastPara="1" rIns="18500" wrap="square" tIns="26325">
            <a:noAutofit/>
          </a:bodyPr>
          <a:lstStyle/>
          <a:p>
            <a:pPr indent="0" lvl="0" marL="0" marR="0" rtl="0" algn="l">
              <a:lnSpc>
                <a:spcPct val="93000"/>
              </a:lnSpc>
              <a:spcBef>
                <a:spcPts val="0"/>
              </a:spcBef>
              <a:spcAft>
                <a:spcPts val="0"/>
              </a:spcAft>
              <a:buNone/>
            </a:pPr>
            <a:r>
              <a:t/>
            </a:r>
            <a:endParaRPr sz="1383">
              <a:solidFill>
                <a:srgbClr val="000000"/>
              </a:solidFill>
              <a:latin typeface="Arial"/>
              <a:ea typeface="Arial"/>
              <a:cs typeface="Arial"/>
              <a:sym typeface="Arial"/>
            </a:endParaRPr>
          </a:p>
        </p:txBody>
      </p:sp>
      <p:sp>
        <p:nvSpPr>
          <p:cNvPr id="712" name="Google Shape;712;p66"/>
          <p:cNvSpPr/>
          <p:nvPr/>
        </p:nvSpPr>
        <p:spPr>
          <a:xfrm>
            <a:off x="7895120" y="2295690"/>
            <a:ext cx="397170" cy="349812"/>
          </a:xfrm>
          <a:custGeom>
            <a:rect b="b" l="l" r="r" t="t"/>
            <a:pathLst>
              <a:path extrusionOk="0" h="21600" w="21600">
                <a:moveTo>
                  <a:pt x="21600" y="1475"/>
                </a:moveTo>
                <a:lnTo>
                  <a:pt x="21600" y="20125"/>
                </a:lnTo>
                <a:cubicBezTo>
                  <a:pt x="21600" y="20953"/>
                  <a:pt x="21015" y="21600"/>
                  <a:pt x="20303" y="21600"/>
                </a:cubicBezTo>
                <a:lnTo>
                  <a:pt x="1297" y="21600"/>
                </a:lnTo>
                <a:cubicBezTo>
                  <a:pt x="569" y="21600"/>
                  <a:pt x="0" y="20935"/>
                  <a:pt x="0" y="20125"/>
                </a:cubicBezTo>
                <a:lnTo>
                  <a:pt x="0" y="1475"/>
                </a:lnTo>
                <a:cubicBezTo>
                  <a:pt x="0" y="647"/>
                  <a:pt x="585" y="0"/>
                  <a:pt x="1297" y="0"/>
                </a:cubicBezTo>
                <a:lnTo>
                  <a:pt x="20303" y="0"/>
                </a:lnTo>
                <a:cubicBezTo>
                  <a:pt x="21015" y="0"/>
                  <a:pt x="21600" y="665"/>
                  <a:pt x="21600" y="1475"/>
                </a:cubicBezTo>
                <a:close/>
                <a:moveTo>
                  <a:pt x="16176" y="1960"/>
                </a:moveTo>
                <a:cubicBezTo>
                  <a:pt x="16176" y="2500"/>
                  <a:pt x="16603" y="2932"/>
                  <a:pt x="17046" y="2932"/>
                </a:cubicBezTo>
                <a:cubicBezTo>
                  <a:pt x="17505" y="2932"/>
                  <a:pt x="17900" y="2500"/>
                  <a:pt x="17900" y="1960"/>
                </a:cubicBezTo>
                <a:cubicBezTo>
                  <a:pt x="17900" y="1421"/>
                  <a:pt x="17505" y="989"/>
                  <a:pt x="17046" y="989"/>
                </a:cubicBezTo>
                <a:cubicBezTo>
                  <a:pt x="16603" y="989"/>
                  <a:pt x="16176" y="1421"/>
                  <a:pt x="16176" y="1960"/>
                </a:cubicBezTo>
                <a:close/>
                <a:moveTo>
                  <a:pt x="13820" y="1960"/>
                </a:moveTo>
                <a:cubicBezTo>
                  <a:pt x="13820" y="2500"/>
                  <a:pt x="14231" y="2932"/>
                  <a:pt x="14674" y="2932"/>
                </a:cubicBezTo>
                <a:cubicBezTo>
                  <a:pt x="15133" y="2932"/>
                  <a:pt x="15544" y="2500"/>
                  <a:pt x="15544" y="1960"/>
                </a:cubicBezTo>
                <a:cubicBezTo>
                  <a:pt x="15544" y="1421"/>
                  <a:pt x="15133" y="989"/>
                  <a:pt x="14674" y="989"/>
                </a:cubicBezTo>
                <a:cubicBezTo>
                  <a:pt x="14200" y="971"/>
                  <a:pt x="13820" y="1421"/>
                  <a:pt x="13820" y="1960"/>
                </a:cubicBezTo>
                <a:close/>
                <a:moveTo>
                  <a:pt x="20288" y="3939"/>
                </a:moveTo>
                <a:lnTo>
                  <a:pt x="1281" y="3939"/>
                </a:lnTo>
                <a:lnTo>
                  <a:pt x="1281" y="20323"/>
                </a:lnTo>
                <a:lnTo>
                  <a:pt x="20288" y="20323"/>
                </a:lnTo>
                <a:lnTo>
                  <a:pt x="20288" y="3939"/>
                </a:lnTo>
                <a:close/>
                <a:moveTo>
                  <a:pt x="20288" y="1960"/>
                </a:moveTo>
                <a:cubicBezTo>
                  <a:pt x="20288" y="1421"/>
                  <a:pt x="19892" y="989"/>
                  <a:pt x="19434" y="989"/>
                </a:cubicBezTo>
                <a:cubicBezTo>
                  <a:pt x="18975" y="989"/>
                  <a:pt x="18580" y="1439"/>
                  <a:pt x="18580" y="1960"/>
                </a:cubicBezTo>
                <a:cubicBezTo>
                  <a:pt x="18580" y="2500"/>
                  <a:pt x="18975" y="2932"/>
                  <a:pt x="19434" y="2932"/>
                </a:cubicBezTo>
                <a:cubicBezTo>
                  <a:pt x="19892" y="2932"/>
                  <a:pt x="20288" y="2500"/>
                  <a:pt x="20288" y="1960"/>
                </a:cubicBezTo>
                <a:close/>
                <a:moveTo>
                  <a:pt x="8001" y="6870"/>
                </a:moveTo>
                <a:lnTo>
                  <a:pt x="14642" y="6870"/>
                </a:lnTo>
                <a:lnTo>
                  <a:pt x="14642" y="5449"/>
                </a:lnTo>
                <a:lnTo>
                  <a:pt x="8001" y="5449"/>
                </a:lnTo>
                <a:lnTo>
                  <a:pt x="8001" y="6870"/>
                </a:lnTo>
                <a:close/>
                <a:moveTo>
                  <a:pt x="10610" y="10144"/>
                </a:moveTo>
                <a:lnTo>
                  <a:pt x="19023" y="10144"/>
                </a:lnTo>
                <a:lnTo>
                  <a:pt x="19023" y="8705"/>
                </a:lnTo>
                <a:lnTo>
                  <a:pt x="10610" y="8705"/>
                </a:lnTo>
                <a:lnTo>
                  <a:pt x="10610" y="10144"/>
                </a:lnTo>
                <a:close/>
                <a:moveTo>
                  <a:pt x="10610" y="12967"/>
                </a:moveTo>
                <a:lnTo>
                  <a:pt x="19023" y="12967"/>
                </a:lnTo>
                <a:lnTo>
                  <a:pt x="19023" y="11546"/>
                </a:lnTo>
                <a:lnTo>
                  <a:pt x="10610" y="11546"/>
                </a:lnTo>
                <a:lnTo>
                  <a:pt x="10610" y="12967"/>
                </a:lnTo>
                <a:close/>
                <a:moveTo>
                  <a:pt x="10610" y="15845"/>
                </a:moveTo>
                <a:lnTo>
                  <a:pt x="19023" y="15845"/>
                </a:lnTo>
                <a:lnTo>
                  <a:pt x="19023" y="14424"/>
                </a:lnTo>
                <a:lnTo>
                  <a:pt x="10610" y="14424"/>
                </a:lnTo>
                <a:lnTo>
                  <a:pt x="10610" y="15845"/>
                </a:lnTo>
                <a:close/>
                <a:moveTo>
                  <a:pt x="2467" y="18686"/>
                </a:moveTo>
                <a:lnTo>
                  <a:pt x="19023" y="18686"/>
                </a:lnTo>
                <a:lnTo>
                  <a:pt x="19023" y="17266"/>
                </a:lnTo>
                <a:lnTo>
                  <a:pt x="2467" y="17266"/>
                </a:lnTo>
                <a:lnTo>
                  <a:pt x="2467" y="18686"/>
                </a:lnTo>
                <a:close/>
                <a:moveTo>
                  <a:pt x="2467" y="15719"/>
                </a:moveTo>
                <a:lnTo>
                  <a:pt x="8381" y="15719"/>
                </a:lnTo>
                <a:lnTo>
                  <a:pt x="8381" y="8705"/>
                </a:lnTo>
                <a:lnTo>
                  <a:pt x="2467" y="8705"/>
                </a:lnTo>
                <a:lnTo>
                  <a:pt x="2467" y="15719"/>
                </a:lnTo>
                <a:close/>
              </a:path>
            </a:pathLst>
          </a:custGeom>
          <a:solidFill>
            <a:srgbClr val="3C5337"/>
          </a:solidFill>
          <a:ln>
            <a:noFill/>
          </a:ln>
        </p:spPr>
        <p:txBody>
          <a:bodyPr anchorCtr="0" anchor="ctr" bIns="26325" lIns="18500" spcFirstLastPara="1" rIns="18500" wrap="square" tIns="26325">
            <a:noAutofit/>
          </a:bodyPr>
          <a:lstStyle/>
          <a:p>
            <a:pPr indent="0" lvl="0" marL="0" marR="0" rtl="0" algn="l">
              <a:lnSpc>
                <a:spcPct val="93000"/>
              </a:lnSpc>
              <a:spcBef>
                <a:spcPts val="0"/>
              </a:spcBef>
              <a:spcAft>
                <a:spcPts val="0"/>
              </a:spcAft>
              <a:buNone/>
            </a:pPr>
            <a:r>
              <a:t/>
            </a:r>
            <a:endParaRPr sz="1383">
              <a:solidFill>
                <a:srgbClr val="000000"/>
              </a:solidFill>
              <a:latin typeface="Arial"/>
              <a:ea typeface="Arial"/>
              <a:cs typeface="Arial"/>
              <a:sym typeface="Arial"/>
            </a:endParaRPr>
          </a:p>
        </p:txBody>
      </p:sp>
      <p:pic>
        <p:nvPicPr>
          <p:cNvPr id="713" name="Google Shape;713;p66"/>
          <p:cNvPicPr preferRelativeResize="0"/>
          <p:nvPr/>
        </p:nvPicPr>
        <p:blipFill>
          <a:blip r:embed="rId17">
            <a:alphaModFix/>
          </a:blip>
          <a:stretch>
            <a:fillRect/>
          </a:stretch>
        </p:blipFill>
        <p:spPr>
          <a:xfrm>
            <a:off x="1847288" y="2752108"/>
            <a:ext cx="494021" cy="494024"/>
          </a:xfrm>
          <a:prstGeom prst="rect">
            <a:avLst/>
          </a:prstGeom>
          <a:noFill/>
          <a:ln>
            <a:noFill/>
          </a:ln>
        </p:spPr>
      </p:pic>
      <p:pic>
        <p:nvPicPr>
          <p:cNvPr id="714" name="Google Shape;714;p66"/>
          <p:cNvPicPr preferRelativeResize="0"/>
          <p:nvPr/>
        </p:nvPicPr>
        <p:blipFill>
          <a:blip r:embed="rId18">
            <a:alphaModFix/>
          </a:blip>
          <a:stretch>
            <a:fillRect/>
          </a:stretch>
        </p:blipFill>
        <p:spPr>
          <a:xfrm>
            <a:off x="3115976" y="2753577"/>
            <a:ext cx="494021" cy="494024"/>
          </a:xfrm>
          <a:prstGeom prst="rect">
            <a:avLst/>
          </a:prstGeom>
          <a:noFill/>
          <a:ln>
            <a:noFill/>
          </a:ln>
        </p:spPr>
      </p:pic>
      <p:pic>
        <p:nvPicPr>
          <p:cNvPr id="715" name="Google Shape;715;p66"/>
          <p:cNvPicPr preferRelativeResize="0"/>
          <p:nvPr/>
        </p:nvPicPr>
        <p:blipFill>
          <a:blip r:embed="rId19">
            <a:alphaModFix/>
          </a:blip>
          <a:stretch>
            <a:fillRect/>
          </a:stretch>
        </p:blipFill>
        <p:spPr>
          <a:xfrm>
            <a:off x="3807470" y="2753577"/>
            <a:ext cx="494021" cy="494024"/>
          </a:xfrm>
          <a:prstGeom prst="rect">
            <a:avLst/>
          </a:prstGeom>
          <a:noFill/>
          <a:ln>
            <a:noFill/>
          </a:ln>
        </p:spPr>
      </p:pic>
      <p:pic>
        <p:nvPicPr>
          <p:cNvPr id="716" name="Google Shape;716;p66"/>
          <p:cNvPicPr preferRelativeResize="0"/>
          <p:nvPr/>
        </p:nvPicPr>
        <p:blipFill>
          <a:blip r:embed="rId20">
            <a:alphaModFix/>
          </a:blip>
          <a:stretch>
            <a:fillRect/>
          </a:stretch>
        </p:blipFill>
        <p:spPr>
          <a:xfrm>
            <a:off x="5767651" y="2673931"/>
            <a:ext cx="671063" cy="671063"/>
          </a:xfrm>
          <a:prstGeom prst="rect">
            <a:avLst/>
          </a:prstGeom>
          <a:noFill/>
          <a:ln>
            <a:noFill/>
          </a:ln>
        </p:spPr>
      </p:pic>
      <p:pic>
        <p:nvPicPr>
          <p:cNvPr id="717" name="Google Shape;717;p66"/>
          <p:cNvPicPr preferRelativeResize="0"/>
          <p:nvPr/>
        </p:nvPicPr>
        <p:blipFill>
          <a:blip r:embed="rId21">
            <a:alphaModFix/>
          </a:blip>
          <a:stretch>
            <a:fillRect/>
          </a:stretch>
        </p:blipFill>
        <p:spPr>
          <a:xfrm>
            <a:off x="6546051" y="2762456"/>
            <a:ext cx="494024" cy="494012"/>
          </a:xfrm>
          <a:prstGeom prst="rect">
            <a:avLst/>
          </a:prstGeom>
          <a:noFill/>
          <a:ln>
            <a:noFill/>
          </a:ln>
        </p:spPr>
      </p:pic>
      <p:pic>
        <p:nvPicPr>
          <p:cNvPr id="718" name="Google Shape;718;p66"/>
          <p:cNvPicPr preferRelativeResize="0"/>
          <p:nvPr/>
        </p:nvPicPr>
        <p:blipFill>
          <a:blip r:embed="rId22">
            <a:alphaModFix/>
          </a:blip>
          <a:stretch>
            <a:fillRect/>
          </a:stretch>
        </p:blipFill>
        <p:spPr>
          <a:xfrm>
            <a:off x="7178489" y="2741896"/>
            <a:ext cx="535148" cy="535146"/>
          </a:xfrm>
          <a:prstGeom prst="rect">
            <a:avLst/>
          </a:prstGeom>
          <a:noFill/>
          <a:ln>
            <a:noFill/>
          </a:ln>
        </p:spPr>
      </p:pic>
      <p:pic>
        <p:nvPicPr>
          <p:cNvPr id="719" name="Google Shape;719;p66"/>
          <p:cNvPicPr preferRelativeResize="0"/>
          <p:nvPr/>
        </p:nvPicPr>
        <p:blipFill>
          <a:blip r:embed="rId23">
            <a:alphaModFix/>
          </a:blip>
          <a:stretch>
            <a:fillRect/>
          </a:stretch>
        </p:blipFill>
        <p:spPr>
          <a:xfrm>
            <a:off x="5166281" y="2762451"/>
            <a:ext cx="494024" cy="494024"/>
          </a:xfrm>
          <a:prstGeom prst="rect">
            <a:avLst/>
          </a:prstGeom>
          <a:noFill/>
          <a:ln>
            <a:noFill/>
          </a:ln>
        </p:spPr>
      </p:pic>
      <p:pic>
        <p:nvPicPr>
          <p:cNvPr id="720" name="Google Shape;720;p66"/>
          <p:cNvPicPr preferRelativeResize="0"/>
          <p:nvPr/>
        </p:nvPicPr>
        <p:blipFill>
          <a:blip r:embed="rId24">
            <a:alphaModFix/>
          </a:blip>
          <a:stretch>
            <a:fillRect/>
          </a:stretch>
        </p:blipFill>
        <p:spPr>
          <a:xfrm>
            <a:off x="2500682" y="2757204"/>
            <a:ext cx="494021" cy="494024"/>
          </a:xfrm>
          <a:prstGeom prst="rect">
            <a:avLst/>
          </a:prstGeom>
          <a:noFill/>
          <a:ln>
            <a:noFill/>
          </a:ln>
        </p:spPr>
      </p:pic>
      <p:pic>
        <p:nvPicPr>
          <p:cNvPr id="721" name="Google Shape;721;p66"/>
          <p:cNvPicPr preferRelativeResize="0"/>
          <p:nvPr/>
        </p:nvPicPr>
        <p:blipFill>
          <a:blip r:embed="rId25">
            <a:alphaModFix/>
          </a:blip>
          <a:stretch>
            <a:fillRect/>
          </a:stretch>
        </p:blipFill>
        <p:spPr>
          <a:xfrm>
            <a:off x="4460864" y="2762458"/>
            <a:ext cx="494021" cy="494024"/>
          </a:xfrm>
          <a:prstGeom prst="rect">
            <a:avLst/>
          </a:prstGeom>
          <a:noFill/>
          <a:ln>
            <a:noFill/>
          </a:ln>
        </p:spPr>
      </p:pic>
      <p:pic>
        <p:nvPicPr>
          <p:cNvPr id="722" name="Google Shape;722;p66" title="SawitPRO-Icons-17.png"/>
          <p:cNvPicPr preferRelativeResize="0"/>
          <p:nvPr/>
        </p:nvPicPr>
        <p:blipFill>
          <a:blip r:embed="rId26">
            <a:alphaModFix/>
          </a:blip>
          <a:stretch>
            <a:fillRect/>
          </a:stretch>
        </p:blipFill>
        <p:spPr>
          <a:xfrm>
            <a:off x="3312982" y="4088750"/>
            <a:ext cx="1038594" cy="495175"/>
          </a:xfrm>
          <a:prstGeom prst="rect">
            <a:avLst/>
          </a:prstGeom>
          <a:noFill/>
          <a:ln>
            <a:noFill/>
          </a:ln>
        </p:spPr>
      </p:pic>
      <p:pic>
        <p:nvPicPr>
          <p:cNvPr id="723" name="Google Shape;723;p66" title="SawitPRO-Icons-18.png"/>
          <p:cNvPicPr preferRelativeResize="0"/>
          <p:nvPr/>
        </p:nvPicPr>
        <p:blipFill>
          <a:blip r:embed="rId27">
            <a:alphaModFix/>
          </a:blip>
          <a:stretch>
            <a:fillRect/>
          </a:stretch>
        </p:blipFill>
        <p:spPr>
          <a:xfrm>
            <a:off x="5832814" y="4084619"/>
            <a:ext cx="835866" cy="524425"/>
          </a:xfrm>
          <a:prstGeom prst="rect">
            <a:avLst/>
          </a:prstGeom>
          <a:noFill/>
          <a:ln>
            <a:noFill/>
          </a:ln>
        </p:spPr>
      </p:pic>
      <p:pic>
        <p:nvPicPr>
          <p:cNvPr id="724" name="Google Shape;724;p66" title="SawitPRO-Icons-19.png"/>
          <p:cNvPicPr preferRelativeResize="0"/>
          <p:nvPr/>
        </p:nvPicPr>
        <p:blipFill>
          <a:blip r:embed="rId28">
            <a:alphaModFix/>
          </a:blip>
          <a:stretch>
            <a:fillRect/>
          </a:stretch>
        </p:blipFill>
        <p:spPr>
          <a:xfrm>
            <a:off x="5312607" y="4110740"/>
            <a:ext cx="331533" cy="472184"/>
          </a:xfrm>
          <a:prstGeom prst="rect">
            <a:avLst/>
          </a:prstGeom>
          <a:noFill/>
          <a:ln>
            <a:noFill/>
          </a:ln>
        </p:spPr>
      </p:pic>
      <p:pic>
        <p:nvPicPr>
          <p:cNvPr id="725" name="Google Shape;725;p66" title="SawitPRO-Icons-20.png"/>
          <p:cNvPicPr preferRelativeResize="0"/>
          <p:nvPr/>
        </p:nvPicPr>
        <p:blipFill>
          <a:blip r:embed="rId29">
            <a:alphaModFix/>
          </a:blip>
          <a:stretch>
            <a:fillRect/>
          </a:stretch>
        </p:blipFill>
        <p:spPr>
          <a:xfrm>
            <a:off x="4460864" y="4113754"/>
            <a:ext cx="663067" cy="46615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grpSp>
        <p:nvGrpSpPr>
          <p:cNvPr id="730" name="Google Shape;730;p67"/>
          <p:cNvGrpSpPr/>
          <p:nvPr/>
        </p:nvGrpSpPr>
        <p:grpSpPr>
          <a:xfrm>
            <a:off x="824959" y="518615"/>
            <a:ext cx="3979073" cy="1566089"/>
            <a:chOff x="1806790" y="1382075"/>
            <a:chExt cx="5531100" cy="2177240"/>
          </a:xfrm>
        </p:grpSpPr>
        <p:cxnSp>
          <p:nvCxnSpPr>
            <p:cNvPr id="731" name="Google Shape;731;p67"/>
            <p:cNvCxnSpPr/>
            <p:nvPr/>
          </p:nvCxnSpPr>
          <p:spPr>
            <a:xfrm>
              <a:off x="1806790" y="1382075"/>
              <a:ext cx="5531100" cy="0"/>
            </a:xfrm>
            <a:prstGeom prst="straightConnector1">
              <a:avLst/>
            </a:prstGeom>
            <a:noFill/>
            <a:ln cap="flat" cmpd="sng" w="6850">
              <a:solidFill>
                <a:srgbClr val="EEEEEE"/>
              </a:solidFill>
              <a:prstDash val="dashDot"/>
              <a:round/>
              <a:headEnd len="med" w="med" type="none"/>
              <a:tailEnd len="med" w="med" type="none"/>
            </a:ln>
          </p:spPr>
        </p:cxnSp>
        <p:cxnSp>
          <p:nvCxnSpPr>
            <p:cNvPr id="732" name="Google Shape;732;p67"/>
            <p:cNvCxnSpPr/>
            <p:nvPr/>
          </p:nvCxnSpPr>
          <p:spPr>
            <a:xfrm>
              <a:off x="1806790" y="1926385"/>
              <a:ext cx="5531100" cy="0"/>
            </a:xfrm>
            <a:prstGeom prst="straightConnector1">
              <a:avLst/>
            </a:prstGeom>
            <a:noFill/>
            <a:ln cap="flat" cmpd="sng" w="6850">
              <a:solidFill>
                <a:srgbClr val="EEEEEE"/>
              </a:solidFill>
              <a:prstDash val="dashDot"/>
              <a:round/>
              <a:headEnd len="med" w="med" type="none"/>
              <a:tailEnd len="med" w="med" type="none"/>
            </a:ln>
          </p:spPr>
        </p:cxnSp>
        <p:cxnSp>
          <p:nvCxnSpPr>
            <p:cNvPr id="733" name="Google Shape;733;p67"/>
            <p:cNvCxnSpPr/>
            <p:nvPr/>
          </p:nvCxnSpPr>
          <p:spPr>
            <a:xfrm>
              <a:off x="1806790" y="2470695"/>
              <a:ext cx="5531100" cy="0"/>
            </a:xfrm>
            <a:prstGeom prst="straightConnector1">
              <a:avLst/>
            </a:prstGeom>
            <a:noFill/>
            <a:ln cap="flat" cmpd="sng" w="6850">
              <a:solidFill>
                <a:srgbClr val="EEEEEE"/>
              </a:solidFill>
              <a:prstDash val="dashDot"/>
              <a:round/>
              <a:headEnd len="med" w="med" type="none"/>
              <a:tailEnd len="med" w="med" type="none"/>
            </a:ln>
          </p:spPr>
        </p:cxnSp>
        <p:cxnSp>
          <p:nvCxnSpPr>
            <p:cNvPr id="734" name="Google Shape;734;p67"/>
            <p:cNvCxnSpPr/>
            <p:nvPr/>
          </p:nvCxnSpPr>
          <p:spPr>
            <a:xfrm>
              <a:off x="1806790" y="3015005"/>
              <a:ext cx="5531100" cy="0"/>
            </a:xfrm>
            <a:prstGeom prst="straightConnector1">
              <a:avLst/>
            </a:prstGeom>
            <a:noFill/>
            <a:ln cap="flat" cmpd="sng" w="6850">
              <a:solidFill>
                <a:srgbClr val="EEEEEE"/>
              </a:solidFill>
              <a:prstDash val="dashDot"/>
              <a:round/>
              <a:headEnd len="med" w="med" type="none"/>
              <a:tailEnd len="med" w="med" type="none"/>
            </a:ln>
          </p:spPr>
        </p:cxnSp>
        <p:cxnSp>
          <p:nvCxnSpPr>
            <p:cNvPr id="735" name="Google Shape;735;p67"/>
            <p:cNvCxnSpPr/>
            <p:nvPr/>
          </p:nvCxnSpPr>
          <p:spPr>
            <a:xfrm>
              <a:off x="1806790" y="3559315"/>
              <a:ext cx="5531100" cy="0"/>
            </a:xfrm>
            <a:prstGeom prst="straightConnector1">
              <a:avLst/>
            </a:prstGeom>
            <a:noFill/>
            <a:ln cap="flat" cmpd="sng" w="6850">
              <a:solidFill>
                <a:srgbClr val="EEEEEE"/>
              </a:solidFill>
              <a:prstDash val="dashDot"/>
              <a:round/>
              <a:headEnd len="med" w="med" type="none"/>
              <a:tailEnd len="med" w="med" type="none"/>
            </a:ln>
          </p:spPr>
        </p:cxnSp>
      </p:grpSp>
      <p:grpSp>
        <p:nvGrpSpPr>
          <p:cNvPr id="736" name="Google Shape;736;p67"/>
          <p:cNvGrpSpPr/>
          <p:nvPr/>
        </p:nvGrpSpPr>
        <p:grpSpPr>
          <a:xfrm>
            <a:off x="824966" y="522356"/>
            <a:ext cx="3232012" cy="1953925"/>
            <a:chOff x="1806800" y="1387275"/>
            <a:chExt cx="4492650" cy="2716425"/>
          </a:xfrm>
        </p:grpSpPr>
        <p:sp>
          <p:nvSpPr>
            <p:cNvPr id="737" name="Google Shape;737;p67"/>
            <p:cNvSpPr/>
            <p:nvPr/>
          </p:nvSpPr>
          <p:spPr>
            <a:xfrm>
              <a:off x="1806800" y="1387275"/>
              <a:ext cx="1378500" cy="2716200"/>
            </a:xfrm>
            <a:prstGeom prst="triangle">
              <a:avLst>
                <a:gd fmla="val 50000" name="adj"/>
              </a:avLst>
            </a:prstGeom>
            <a:solidFill>
              <a:srgbClr val="007200"/>
            </a:solidFill>
            <a:ln>
              <a:noFill/>
            </a:ln>
          </p:spPr>
          <p:txBody>
            <a:bodyPr anchorCtr="0" anchor="ctr" bIns="65775" lIns="65775" spcFirstLastPara="1" rIns="65775" wrap="square" tIns="65775">
              <a:noAutofit/>
            </a:bodyPr>
            <a:lstStyle/>
            <a:p>
              <a:pPr indent="0" lvl="0" marL="0" rtl="0" algn="l">
                <a:spcBef>
                  <a:spcPts val="0"/>
                </a:spcBef>
                <a:spcAft>
                  <a:spcPts val="0"/>
                </a:spcAft>
                <a:buNone/>
              </a:pPr>
              <a:r>
                <a:t/>
              </a:r>
              <a:endParaRPr/>
            </a:p>
          </p:txBody>
        </p:sp>
        <p:sp>
          <p:nvSpPr>
            <p:cNvPr id="738" name="Google Shape;738;p67"/>
            <p:cNvSpPr/>
            <p:nvPr/>
          </p:nvSpPr>
          <p:spPr>
            <a:xfrm>
              <a:off x="2844850" y="1926375"/>
              <a:ext cx="1378500" cy="2177100"/>
            </a:xfrm>
            <a:prstGeom prst="triangle">
              <a:avLst>
                <a:gd fmla="val 50000" name="adj"/>
              </a:avLst>
            </a:prstGeom>
            <a:solidFill>
              <a:srgbClr val="FCA502"/>
            </a:solidFill>
            <a:ln>
              <a:noFill/>
            </a:ln>
          </p:spPr>
          <p:txBody>
            <a:bodyPr anchorCtr="0" anchor="ctr" bIns="65775" lIns="65775" spcFirstLastPara="1" rIns="65775" wrap="square" tIns="65775">
              <a:noAutofit/>
            </a:bodyPr>
            <a:lstStyle/>
            <a:p>
              <a:pPr indent="0" lvl="0" marL="0" rtl="0" algn="l">
                <a:spcBef>
                  <a:spcPts val="0"/>
                </a:spcBef>
                <a:spcAft>
                  <a:spcPts val="0"/>
                </a:spcAft>
                <a:buNone/>
              </a:pPr>
              <a:r>
                <a:t/>
              </a:r>
              <a:endParaRPr/>
            </a:p>
          </p:txBody>
        </p:sp>
        <p:sp>
          <p:nvSpPr>
            <p:cNvPr id="739" name="Google Shape;739;p67"/>
            <p:cNvSpPr/>
            <p:nvPr/>
          </p:nvSpPr>
          <p:spPr>
            <a:xfrm>
              <a:off x="3882900" y="2470500"/>
              <a:ext cx="1378500" cy="1632900"/>
            </a:xfrm>
            <a:prstGeom prst="triangle">
              <a:avLst>
                <a:gd fmla="val 50000" name="adj"/>
              </a:avLst>
            </a:prstGeom>
            <a:solidFill>
              <a:srgbClr val="F5D347"/>
            </a:solidFill>
            <a:ln>
              <a:noFill/>
            </a:ln>
          </p:spPr>
          <p:txBody>
            <a:bodyPr anchorCtr="0" anchor="ctr" bIns="65775" lIns="65775" spcFirstLastPara="1" rIns="65775" wrap="square" tIns="65775">
              <a:noAutofit/>
            </a:bodyPr>
            <a:lstStyle/>
            <a:p>
              <a:pPr indent="0" lvl="0" marL="0" rtl="0" algn="l">
                <a:spcBef>
                  <a:spcPts val="0"/>
                </a:spcBef>
                <a:spcAft>
                  <a:spcPts val="0"/>
                </a:spcAft>
                <a:buNone/>
              </a:pPr>
              <a:r>
                <a:t/>
              </a:r>
              <a:endParaRPr/>
            </a:p>
          </p:txBody>
        </p:sp>
        <p:sp>
          <p:nvSpPr>
            <p:cNvPr id="740" name="Google Shape;740;p67"/>
            <p:cNvSpPr/>
            <p:nvPr/>
          </p:nvSpPr>
          <p:spPr>
            <a:xfrm>
              <a:off x="4920950" y="3015000"/>
              <a:ext cx="1378500" cy="1088700"/>
            </a:xfrm>
            <a:prstGeom prst="triangle">
              <a:avLst>
                <a:gd fmla="val 50000" name="adj"/>
              </a:avLst>
            </a:prstGeom>
            <a:solidFill>
              <a:srgbClr val="3C5337"/>
            </a:solidFill>
            <a:ln>
              <a:noFill/>
            </a:ln>
          </p:spPr>
          <p:txBody>
            <a:bodyPr anchorCtr="0" anchor="ctr" bIns="65775" lIns="65775" spcFirstLastPara="1" rIns="65775" wrap="square" tIns="65775">
              <a:noAutofit/>
            </a:bodyPr>
            <a:lstStyle/>
            <a:p>
              <a:pPr indent="0" lvl="0" marL="0" rtl="0" algn="l">
                <a:spcBef>
                  <a:spcPts val="0"/>
                </a:spcBef>
                <a:spcAft>
                  <a:spcPts val="0"/>
                </a:spcAft>
                <a:buNone/>
              </a:pPr>
              <a:r>
                <a:t/>
              </a:r>
              <a:endParaRPr/>
            </a:p>
          </p:txBody>
        </p:sp>
      </p:grpSp>
      <p:grpSp>
        <p:nvGrpSpPr>
          <p:cNvPr id="741" name="Google Shape;741;p67"/>
          <p:cNvGrpSpPr/>
          <p:nvPr/>
        </p:nvGrpSpPr>
        <p:grpSpPr>
          <a:xfrm>
            <a:off x="224122" y="751162"/>
            <a:ext cx="3832857" cy="1924473"/>
            <a:chOff x="971598" y="1705370"/>
            <a:chExt cx="5327852" cy="2675480"/>
          </a:xfrm>
        </p:grpSpPr>
        <p:sp>
          <p:nvSpPr>
            <p:cNvPr id="742" name="Google Shape;742;p67"/>
            <p:cNvSpPr txBox="1"/>
            <p:nvPr/>
          </p:nvSpPr>
          <p:spPr>
            <a:xfrm>
              <a:off x="971598" y="3335945"/>
              <a:ext cx="758400" cy="201000"/>
            </a:xfrm>
            <a:prstGeom prst="rect">
              <a:avLst/>
            </a:prstGeom>
            <a:noFill/>
            <a:ln>
              <a:noFill/>
            </a:ln>
          </p:spPr>
          <p:txBody>
            <a:bodyPr anchorCtr="0" anchor="ctr" bIns="65775" lIns="65775" spcFirstLastPara="1" rIns="65775" wrap="square" tIns="65775">
              <a:noAutofit/>
            </a:bodyPr>
            <a:lstStyle/>
            <a:p>
              <a:pPr indent="0" lvl="0" marL="0" rtl="0" algn="r">
                <a:spcBef>
                  <a:spcPts val="0"/>
                </a:spcBef>
                <a:spcAft>
                  <a:spcPts val="0"/>
                </a:spcAft>
                <a:buClr>
                  <a:srgbClr val="000000"/>
                </a:buClr>
                <a:buSzPts val="791"/>
                <a:buFont typeface="Arial"/>
                <a:buNone/>
              </a:pPr>
              <a:r>
                <a:rPr lang="en-GB" sz="791">
                  <a:solidFill>
                    <a:srgbClr val="434343"/>
                  </a:solidFill>
                  <a:latin typeface="Plus Jakarta Sans"/>
                  <a:ea typeface="Plus Jakarta Sans"/>
                  <a:cs typeface="Plus Jakarta Sans"/>
                  <a:sym typeface="Plus Jakarta Sans"/>
                </a:rPr>
                <a:t>2000</a:t>
              </a:r>
              <a:endParaRPr sz="791">
                <a:solidFill>
                  <a:srgbClr val="434343"/>
                </a:solidFill>
                <a:latin typeface="Plus Jakarta Sans"/>
                <a:ea typeface="Plus Jakarta Sans"/>
                <a:cs typeface="Plus Jakarta Sans"/>
                <a:sym typeface="Plus Jakarta Sans"/>
              </a:endParaRPr>
            </a:p>
          </p:txBody>
        </p:sp>
        <p:sp>
          <p:nvSpPr>
            <p:cNvPr id="743" name="Google Shape;743;p67"/>
            <p:cNvSpPr txBox="1"/>
            <p:nvPr/>
          </p:nvSpPr>
          <p:spPr>
            <a:xfrm>
              <a:off x="971598" y="2792420"/>
              <a:ext cx="758400" cy="201000"/>
            </a:xfrm>
            <a:prstGeom prst="rect">
              <a:avLst/>
            </a:prstGeom>
            <a:noFill/>
            <a:ln>
              <a:noFill/>
            </a:ln>
          </p:spPr>
          <p:txBody>
            <a:bodyPr anchorCtr="0" anchor="ctr" bIns="65775" lIns="65775" spcFirstLastPara="1" rIns="65775" wrap="square" tIns="65775">
              <a:noAutofit/>
            </a:bodyPr>
            <a:lstStyle/>
            <a:p>
              <a:pPr indent="0" lvl="0" marL="0" rtl="0" algn="r">
                <a:spcBef>
                  <a:spcPts val="0"/>
                </a:spcBef>
                <a:spcAft>
                  <a:spcPts val="0"/>
                </a:spcAft>
                <a:buClr>
                  <a:srgbClr val="000000"/>
                </a:buClr>
                <a:buSzPts val="791"/>
                <a:buFont typeface="Arial"/>
                <a:buNone/>
              </a:pPr>
              <a:r>
                <a:rPr lang="en-GB" sz="791">
                  <a:solidFill>
                    <a:srgbClr val="434343"/>
                  </a:solidFill>
                  <a:latin typeface="Plus Jakarta Sans"/>
                  <a:ea typeface="Plus Jakarta Sans"/>
                  <a:cs typeface="Plus Jakarta Sans"/>
                  <a:sym typeface="Plus Jakarta Sans"/>
                </a:rPr>
                <a:t>3000</a:t>
              </a:r>
              <a:endParaRPr sz="791">
                <a:solidFill>
                  <a:srgbClr val="434343"/>
                </a:solidFill>
                <a:latin typeface="Plus Jakarta Sans"/>
                <a:ea typeface="Plus Jakarta Sans"/>
                <a:cs typeface="Plus Jakarta Sans"/>
                <a:sym typeface="Plus Jakarta Sans"/>
              </a:endParaRPr>
            </a:p>
          </p:txBody>
        </p:sp>
        <p:sp>
          <p:nvSpPr>
            <p:cNvPr id="744" name="Google Shape;744;p67"/>
            <p:cNvSpPr txBox="1"/>
            <p:nvPr/>
          </p:nvSpPr>
          <p:spPr>
            <a:xfrm>
              <a:off x="971598" y="2248895"/>
              <a:ext cx="758400" cy="201000"/>
            </a:xfrm>
            <a:prstGeom prst="rect">
              <a:avLst/>
            </a:prstGeom>
            <a:noFill/>
            <a:ln>
              <a:noFill/>
            </a:ln>
          </p:spPr>
          <p:txBody>
            <a:bodyPr anchorCtr="0" anchor="ctr" bIns="65775" lIns="65775" spcFirstLastPara="1" rIns="65775" wrap="square" tIns="65775">
              <a:noAutofit/>
            </a:bodyPr>
            <a:lstStyle/>
            <a:p>
              <a:pPr indent="0" lvl="0" marL="0" rtl="0" algn="r">
                <a:spcBef>
                  <a:spcPts val="0"/>
                </a:spcBef>
                <a:spcAft>
                  <a:spcPts val="0"/>
                </a:spcAft>
                <a:buClr>
                  <a:srgbClr val="000000"/>
                </a:buClr>
                <a:buSzPts val="791"/>
                <a:buFont typeface="Arial"/>
                <a:buNone/>
              </a:pPr>
              <a:r>
                <a:rPr lang="en-GB" sz="791">
                  <a:solidFill>
                    <a:srgbClr val="434343"/>
                  </a:solidFill>
                  <a:latin typeface="Plus Jakarta Sans"/>
                  <a:ea typeface="Plus Jakarta Sans"/>
                  <a:cs typeface="Plus Jakarta Sans"/>
                  <a:sym typeface="Plus Jakarta Sans"/>
                </a:rPr>
                <a:t>4000</a:t>
              </a:r>
              <a:endParaRPr sz="791">
                <a:solidFill>
                  <a:srgbClr val="434343"/>
                </a:solidFill>
                <a:latin typeface="Plus Jakarta Sans"/>
                <a:ea typeface="Plus Jakarta Sans"/>
                <a:cs typeface="Plus Jakarta Sans"/>
                <a:sym typeface="Plus Jakarta Sans"/>
              </a:endParaRPr>
            </a:p>
          </p:txBody>
        </p:sp>
        <p:sp>
          <p:nvSpPr>
            <p:cNvPr id="745" name="Google Shape;745;p67"/>
            <p:cNvSpPr txBox="1"/>
            <p:nvPr/>
          </p:nvSpPr>
          <p:spPr>
            <a:xfrm>
              <a:off x="971598" y="1705370"/>
              <a:ext cx="758400" cy="201000"/>
            </a:xfrm>
            <a:prstGeom prst="rect">
              <a:avLst/>
            </a:prstGeom>
            <a:noFill/>
            <a:ln>
              <a:noFill/>
            </a:ln>
          </p:spPr>
          <p:txBody>
            <a:bodyPr anchorCtr="0" anchor="ctr" bIns="65775" lIns="65775" spcFirstLastPara="1" rIns="65775" wrap="square" tIns="65775">
              <a:noAutofit/>
            </a:bodyPr>
            <a:lstStyle/>
            <a:p>
              <a:pPr indent="0" lvl="0" marL="0" rtl="0" algn="r">
                <a:spcBef>
                  <a:spcPts val="0"/>
                </a:spcBef>
                <a:spcAft>
                  <a:spcPts val="0"/>
                </a:spcAft>
                <a:buClr>
                  <a:srgbClr val="000000"/>
                </a:buClr>
                <a:buSzPts val="791"/>
                <a:buFont typeface="Arial"/>
                <a:buNone/>
              </a:pPr>
              <a:r>
                <a:rPr lang="en-GB" sz="791">
                  <a:solidFill>
                    <a:srgbClr val="434343"/>
                  </a:solidFill>
                  <a:latin typeface="Plus Jakarta Sans"/>
                  <a:ea typeface="Plus Jakarta Sans"/>
                  <a:cs typeface="Plus Jakarta Sans"/>
                  <a:sym typeface="Plus Jakarta Sans"/>
                </a:rPr>
                <a:t>5000</a:t>
              </a:r>
              <a:endParaRPr sz="791">
                <a:solidFill>
                  <a:srgbClr val="434343"/>
                </a:solidFill>
                <a:latin typeface="Plus Jakarta Sans"/>
                <a:ea typeface="Plus Jakarta Sans"/>
                <a:cs typeface="Plus Jakarta Sans"/>
                <a:sym typeface="Plus Jakarta Sans"/>
              </a:endParaRPr>
            </a:p>
          </p:txBody>
        </p:sp>
        <p:grpSp>
          <p:nvGrpSpPr>
            <p:cNvPr id="746" name="Google Shape;746;p67"/>
            <p:cNvGrpSpPr/>
            <p:nvPr/>
          </p:nvGrpSpPr>
          <p:grpSpPr>
            <a:xfrm>
              <a:off x="1806050" y="4088189"/>
              <a:ext cx="4493400" cy="292661"/>
              <a:chOff x="1806050" y="4088189"/>
              <a:chExt cx="4493400" cy="292661"/>
            </a:xfrm>
          </p:grpSpPr>
          <p:sp>
            <p:nvSpPr>
              <p:cNvPr id="747" name="Google Shape;747;p67"/>
              <p:cNvSpPr txBox="1"/>
              <p:nvPr/>
            </p:nvSpPr>
            <p:spPr>
              <a:xfrm>
                <a:off x="2142962" y="4179850"/>
                <a:ext cx="706200" cy="201000"/>
              </a:xfrm>
              <a:prstGeom prst="rect">
                <a:avLst/>
              </a:prstGeom>
              <a:noFill/>
              <a:ln>
                <a:noFill/>
              </a:ln>
            </p:spPr>
            <p:txBody>
              <a:bodyPr anchorCtr="0" anchor="ctr" bIns="65775" lIns="65775" spcFirstLastPara="1" rIns="65775" wrap="square" tIns="65775">
                <a:noAutofit/>
              </a:bodyPr>
              <a:lstStyle/>
              <a:p>
                <a:pPr indent="0" lvl="0" marL="0" rtl="0" algn="ctr">
                  <a:spcBef>
                    <a:spcPts val="0"/>
                  </a:spcBef>
                  <a:spcAft>
                    <a:spcPts val="0"/>
                  </a:spcAft>
                  <a:buNone/>
                </a:pPr>
                <a:r>
                  <a:rPr lang="en-GB" sz="791">
                    <a:solidFill>
                      <a:srgbClr val="434343"/>
                    </a:solidFill>
                    <a:latin typeface="Roboto"/>
                    <a:ea typeface="Roboto"/>
                    <a:cs typeface="Roboto"/>
                    <a:sym typeface="Roboto"/>
                  </a:rPr>
                  <a:t>Item 1</a:t>
                </a:r>
                <a:endParaRPr sz="791">
                  <a:solidFill>
                    <a:srgbClr val="434343"/>
                  </a:solidFill>
                  <a:latin typeface="Roboto"/>
                  <a:ea typeface="Roboto"/>
                  <a:cs typeface="Roboto"/>
                  <a:sym typeface="Roboto"/>
                </a:endParaRPr>
              </a:p>
            </p:txBody>
          </p:sp>
          <p:sp>
            <p:nvSpPr>
              <p:cNvPr id="748" name="Google Shape;748;p67"/>
              <p:cNvSpPr txBox="1"/>
              <p:nvPr/>
            </p:nvSpPr>
            <p:spPr>
              <a:xfrm>
                <a:off x="3181012" y="4179850"/>
                <a:ext cx="706200" cy="201000"/>
              </a:xfrm>
              <a:prstGeom prst="rect">
                <a:avLst/>
              </a:prstGeom>
              <a:noFill/>
              <a:ln>
                <a:noFill/>
              </a:ln>
            </p:spPr>
            <p:txBody>
              <a:bodyPr anchorCtr="0" anchor="ctr" bIns="65775" lIns="65775" spcFirstLastPara="1" rIns="65775" wrap="square" tIns="65775">
                <a:noAutofit/>
              </a:bodyPr>
              <a:lstStyle/>
              <a:p>
                <a:pPr indent="0" lvl="0" marL="0" rtl="0" algn="ctr">
                  <a:spcBef>
                    <a:spcPts val="0"/>
                  </a:spcBef>
                  <a:spcAft>
                    <a:spcPts val="0"/>
                  </a:spcAft>
                  <a:buNone/>
                </a:pPr>
                <a:r>
                  <a:rPr lang="en-GB" sz="791">
                    <a:solidFill>
                      <a:srgbClr val="434343"/>
                    </a:solidFill>
                    <a:latin typeface="Roboto"/>
                    <a:ea typeface="Roboto"/>
                    <a:cs typeface="Roboto"/>
                    <a:sym typeface="Roboto"/>
                  </a:rPr>
                  <a:t>Item 2</a:t>
                </a:r>
                <a:endParaRPr sz="791">
                  <a:solidFill>
                    <a:srgbClr val="434343"/>
                  </a:solidFill>
                  <a:latin typeface="Roboto"/>
                  <a:ea typeface="Roboto"/>
                  <a:cs typeface="Roboto"/>
                  <a:sym typeface="Roboto"/>
                </a:endParaRPr>
              </a:p>
            </p:txBody>
          </p:sp>
          <p:sp>
            <p:nvSpPr>
              <p:cNvPr id="749" name="Google Shape;749;p67"/>
              <p:cNvSpPr txBox="1"/>
              <p:nvPr/>
            </p:nvSpPr>
            <p:spPr>
              <a:xfrm>
                <a:off x="4219062" y="4179850"/>
                <a:ext cx="706200" cy="201000"/>
              </a:xfrm>
              <a:prstGeom prst="rect">
                <a:avLst/>
              </a:prstGeom>
              <a:noFill/>
              <a:ln>
                <a:noFill/>
              </a:ln>
            </p:spPr>
            <p:txBody>
              <a:bodyPr anchorCtr="0" anchor="ctr" bIns="65775" lIns="65775" spcFirstLastPara="1" rIns="65775" wrap="square" tIns="65775">
                <a:noAutofit/>
              </a:bodyPr>
              <a:lstStyle/>
              <a:p>
                <a:pPr indent="0" lvl="0" marL="0" rtl="0" algn="ctr">
                  <a:spcBef>
                    <a:spcPts val="0"/>
                  </a:spcBef>
                  <a:spcAft>
                    <a:spcPts val="0"/>
                  </a:spcAft>
                  <a:buNone/>
                </a:pPr>
                <a:r>
                  <a:rPr lang="en-GB" sz="791">
                    <a:solidFill>
                      <a:srgbClr val="434343"/>
                    </a:solidFill>
                    <a:latin typeface="Roboto"/>
                    <a:ea typeface="Roboto"/>
                    <a:cs typeface="Roboto"/>
                    <a:sym typeface="Roboto"/>
                  </a:rPr>
                  <a:t>Item 3</a:t>
                </a:r>
                <a:endParaRPr sz="791">
                  <a:solidFill>
                    <a:srgbClr val="434343"/>
                  </a:solidFill>
                  <a:latin typeface="Roboto"/>
                  <a:ea typeface="Roboto"/>
                  <a:cs typeface="Roboto"/>
                  <a:sym typeface="Roboto"/>
                </a:endParaRPr>
              </a:p>
            </p:txBody>
          </p:sp>
          <p:sp>
            <p:nvSpPr>
              <p:cNvPr id="750" name="Google Shape;750;p67"/>
              <p:cNvSpPr txBox="1"/>
              <p:nvPr/>
            </p:nvSpPr>
            <p:spPr>
              <a:xfrm>
                <a:off x="5257112" y="4179850"/>
                <a:ext cx="706200" cy="201000"/>
              </a:xfrm>
              <a:prstGeom prst="rect">
                <a:avLst/>
              </a:prstGeom>
              <a:noFill/>
              <a:ln>
                <a:noFill/>
              </a:ln>
            </p:spPr>
            <p:txBody>
              <a:bodyPr anchorCtr="0" anchor="ctr" bIns="65775" lIns="65775" spcFirstLastPara="1" rIns="65775" wrap="square" tIns="65775">
                <a:noAutofit/>
              </a:bodyPr>
              <a:lstStyle/>
              <a:p>
                <a:pPr indent="0" lvl="0" marL="0" rtl="0" algn="ctr">
                  <a:spcBef>
                    <a:spcPts val="0"/>
                  </a:spcBef>
                  <a:spcAft>
                    <a:spcPts val="0"/>
                  </a:spcAft>
                  <a:buNone/>
                </a:pPr>
                <a:r>
                  <a:rPr lang="en-GB" sz="791">
                    <a:solidFill>
                      <a:srgbClr val="434343"/>
                    </a:solidFill>
                    <a:latin typeface="Roboto"/>
                    <a:ea typeface="Roboto"/>
                    <a:cs typeface="Roboto"/>
                    <a:sym typeface="Roboto"/>
                  </a:rPr>
                  <a:t>Item 4</a:t>
                </a:r>
                <a:endParaRPr sz="791">
                  <a:solidFill>
                    <a:srgbClr val="434343"/>
                  </a:solidFill>
                  <a:latin typeface="Roboto"/>
                  <a:ea typeface="Roboto"/>
                  <a:cs typeface="Roboto"/>
                  <a:sym typeface="Roboto"/>
                </a:endParaRPr>
              </a:p>
            </p:txBody>
          </p:sp>
          <p:cxnSp>
            <p:nvCxnSpPr>
              <p:cNvPr id="751" name="Google Shape;751;p67"/>
              <p:cNvCxnSpPr/>
              <p:nvPr/>
            </p:nvCxnSpPr>
            <p:spPr>
              <a:xfrm>
                <a:off x="1806050" y="4088189"/>
                <a:ext cx="4493400" cy="0"/>
              </a:xfrm>
              <a:prstGeom prst="straightConnector1">
                <a:avLst/>
              </a:prstGeom>
              <a:noFill/>
              <a:ln cap="flat" cmpd="sng" w="6850">
                <a:solidFill>
                  <a:srgbClr val="000000"/>
                </a:solidFill>
                <a:prstDash val="solid"/>
                <a:round/>
                <a:headEnd len="med" w="med" type="none"/>
                <a:tailEnd len="med" w="med" type="none"/>
              </a:ln>
            </p:spPr>
          </p:cxnSp>
        </p:grpSp>
      </p:grpSp>
      <p:grpSp>
        <p:nvGrpSpPr>
          <p:cNvPr id="752" name="Google Shape;752;p67"/>
          <p:cNvGrpSpPr/>
          <p:nvPr/>
        </p:nvGrpSpPr>
        <p:grpSpPr>
          <a:xfrm>
            <a:off x="224116" y="2844892"/>
            <a:ext cx="4750725" cy="475072"/>
            <a:chOff x="710275" y="1110463"/>
            <a:chExt cx="7723500" cy="772350"/>
          </a:xfrm>
        </p:grpSpPr>
        <p:sp>
          <p:nvSpPr>
            <p:cNvPr id="753" name="Google Shape;753;p67"/>
            <p:cNvSpPr/>
            <p:nvPr/>
          </p:nvSpPr>
          <p:spPr>
            <a:xfrm>
              <a:off x="3626425" y="1269550"/>
              <a:ext cx="3760500" cy="454200"/>
            </a:xfrm>
            <a:prstGeom prst="roundRect">
              <a:avLst>
                <a:gd fmla="val 50000" name="adj"/>
              </a:avLst>
            </a:prstGeom>
            <a:solidFill>
              <a:srgbClr val="EEEEEE"/>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a:p>
          </p:txBody>
        </p:sp>
        <p:grpSp>
          <p:nvGrpSpPr>
            <p:cNvPr id="754" name="Google Shape;754;p67"/>
            <p:cNvGrpSpPr/>
            <p:nvPr/>
          </p:nvGrpSpPr>
          <p:grpSpPr>
            <a:xfrm>
              <a:off x="3672419" y="1303615"/>
              <a:ext cx="2205993" cy="386050"/>
              <a:chOff x="2150376" y="1298136"/>
              <a:chExt cx="2252853" cy="404114"/>
            </a:xfrm>
          </p:grpSpPr>
          <p:sp>
            <p:nvSpPr>
              <p:cNvPr id="755" name="Google Shape;755;p67"/>
              <p:cNvSpPr/>
              <p:nvPr/>
            </p:nvSpPr>
            <p:spPr>
              <a:xfrm>
                <a:off x="2571128" y="1298136"/>
                <a:ext cx="1832100" cy="404100"/>
              </a:xfrm>
              <a:prstGeom prst="rect">
                <a:avLst/>
              </a:prstGeom>
              <a:solidFill>
                <a:srgbClr val="3C5337"/>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a:p>
            </p:txBody>
          </p:sp>
          <p:sp>
            <p:nvSpPr>
              <p:cNvPr id="756" name="Google Shape;756;p67"/>
              <p:cNvSpPr/>
              <p:nvPr/>
            </p:nvSpPr>
            <p:spPr>
              <a:xfrm rot="-5400000">
                <a:off x="2163126" y="1285400"/>
                <a:ext cx="404100" cy="429600"/>
              </a:xfrm>
              <a:prstGeom prst="round2SameRect">
                <a:avLst>
                  <a:gd fmla="val 50000" name="adj1"/>
                  <a:gd fmla="val 0" name="adj2"/>
                </a:avLst>
              </a:prstGeom>
              <a:solidFill>
                <a:srgbClr val="3C5337"/>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a:p>
            </p:txBody>
          </p:sp>
        </p:grpSp>
        <p:sp>
          <p:nvSpPr>
            <p:cNvPr id="757" name="Google Shape;757;p67"/>
            <p:cNvSpPr txBox="1"/>
            <p:nvPr/>
          </p:nvSpPr>
          <p:spPr>
            <a:xfrm>
              <a:off x="7501075" y="1341850"/>
              <a:ext cx="932700" cy="309600"/>
            </a:xfrm>
            <a:prstGeom prst="rect">
              <a:avLst/>
            </a:prstGeom>
            <a:noFill/>
            <a:ln>
              <a:noFill/>
            </a:ln>
          </p:spPr>
          <p:txBody>
            <a:bodyPr anchorCtr="0" anchor="ctr" bIns="56250" lIns="56250" spcFirstLastPara="1" rIns="56250" wrap="square" tIns="56250">
              <a:noAutofit/>
            </a:bodyPr>
            <a:lstStyle/>
            <a:p>
              <a:pPr indent="0" lvl="0" marL="0" rtl="0" algn="r">
                <a:spcBef>
                  <a:spcPts val="0"/>
                </a:spcBef>
                <a:spcAft>
                  <a:spcPts val="0"/>
                </a:spcAft>
                <a:buNone/>
              </a:pPr>
              <a:r>
                <a:rPr lang="en-GB" sz="1030">
                  <a:solidFill>
                    <a:srgbClr val="3C5337"/>
                  </a:solidFill>
                  <a:latin typeface="Plus Jakarta Sans ExtraBold"/>
                  <a:ea typeface="Plus Jakarta Sans ExtraBold"/>
                  <a:cs typeface="Plus Jakarta Sans ExtraBold"/>
                  <a:sym typeface="Plus Jakarta Sans ExtraBold"/>
                </a:rPr>
                <a:t>9,000</a:t>
              </a:r>
              <a:endParaRPr sz="1030">
                <a:solidFill>
                  <a:srgbClr val="3C5337"/>
                </a:solidFill>
                <a:latin typeface="Plus Jakarta Sans ExtraBold"/>
                <a:ea typeface="Plus Jakarta Sans ExtraBold"/>
                <a:cs typeface="Plus Jakarta Sans ExtraBold"/>
                <a:sym typeface="Plus Jakarta Sans ExtraBold"/>
              </a:endParaRPr>
            </a:p>
          </p:txBody>
        </p:sp>
        <p:grpSp>
          <p:nvGrpSpPr>
            <p:cNvPr id="758" name="Google Shape;758;p67"/>
            <p:cNvGrpSpPr/>
            <p:nvPr/>
          </p:nvGrpSpPr>
          <p:grpSpPr>
            <a:xfrm>
              <a:off x="710275" y="1110463"/>
              <a:ext cx="2649600" cy="772350"/>
              <a:chOff x="710275" y="1186663"/>
              <a:chExt cx="2649600" cy="772350"/>
            </a:xfrm>
          </p:grpSpPr>
          <p:sp>
            <p:nvSpPr>
              <p:cNvPr id="759" name="Google Shape;759;p67"/>
              <p:cNvSpPr txBox="1"/>
              <p:nvPr/>
            </p:nvSpPr>
            <p:spPr>
              <a:xfrm>
                <a:off x="710275" y="1186663"/>
                <a:ext cx="2649600" cy="2625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b="1" lang="en-GB" sz="1046">
                    <a:solidFill>
                      <a:srgbClr val="3C5337"/>
                    </a:solidFill>
                    <a:latin typeface="Plus Jakarta Sans"/>
                    <a:ea typeface="Plus Jakarta Sans"/>
                    <a:cs typeface="Plus Jakarta Sans"/>
                    <a:sym typeface="Plus Jakarta Sans"/>
                  </a:rPr>
                  <a:t>Lorem ipsum</a:t>
                </a:r>
                <a:endParaRPr b="1" sz="1046">
                  <a:solidFill>
                    <a:srgbClr val="3C5337"/>
                  </a:solidFill>
                  <a:latin typeface="Plus Jakarta Sans"/>
                  <a:ea typeface="Plus Jakarta Sans"/>
                  <a:cs typeface="Plus Jakarta Sans"/>
                  <a:sym typeface="Plus Jakarta Sans"/>
                </a:endParaRPr>
              </a:p>
            </p:txBody>
          </p:sp>
          <p:sp>
            <p:nvSpPr>
              <p:cNvPr id="760" name="Google Shape;760;p67"/>
              <p:cNvSpPr txBox="1"/>
              <p:nvPr/>
            </p:nvSpPr>
            <p:spPr>
              <a:xfrm>
                <a:off x="710275" y="1410613"/>
                <a:ext cx="2649600" cy="5484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lang="en-GB" sz="738">
                    <a:solidFill>
                      <a:srgbClr val="434343"/>
                    </a:solidFill>
                    <a:latin typeface="Plus Jakarta Sans"/>
                    <a:ea typeface="Plus Jakarta Sans"/>
                    <a:cs typeface="Plus Jakarta Sans"/>
                    <a:sym typeface="Plus Jakarta Sans"/>
                  </a:rPr>
                  <a:t>Venus has a beautiful name and is the second planet from the Sun</a:t>
                </a:r>
                <a:endParaRPr sz="738">
                  <a:solidFill>
                    <a:srgbClr val="434343"/>
                  </a:solidFill>
                  <a:latin typeface="Plus Jakarta Sans"/>
                  <a:ea typeface="Plus Jakarta Sans"/>
                  <a:cs typeface="Plus Jakarta Sans"/>
                  <a:sym typeface="Plus Jakarta Sans"/>
                </a:endParaRPr>
              </a:p>
            </p:txBody>
          </p:sp>
        </p:grpSp>
      </p:grpSp>
      <p:grpSp>
        <p:nvGrpSpPr>
          <p:cNvPr id="761" name="Google Shape;761;p67"/>
          <p:cNvGrpSpPr/>
          <p:nvPr/>
        </p:nvGrpSpPr>
        <p:grpSpPr>
          <a:xfrm>
            <a:off x="224116" y="3387738"/>
            <a:ext cx="4750725" cy="475072"/>
            <a:chOff x="710275" y="1992996"/>
            <a:chExt cx="7723500" cy="772350"/>
          </a:xfrm>
        </p:grpSpPr>
        <p:sp>
          <p:nvSpPr>
            <p:cNvPr id="762" name="Google Shape;762;p67"/>
            <p:cNvSpPr/>
            <p:nvPr/>
          </p:nvSpPr>
          <p:spPr>
            <a:xfrm>
              <a:off x="3626425" y="2152069"/>
              <a:ext cx="3760500" cy="454200"/>
            </a:xfrm>
            <a:prstGeom prst="roundRect">
              <a:avLst>
                <a:gd fmla="val 50000" name="adj"/>
              </a:avLst>
            </a:prstGeom>
            <a:solidFill>
              <a:srgbClr val="EEEEEE"/>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grpSp>
          <p:nvGrpSpPr>
            <p:cNvPr id="763" name="Google Shape;763;p67"/>
            <p:cNvGrpSpPr/>
            <p:nvPr/>
          </p:nvGrpSpPr>
          <p:grpSpPr>
            <a:xfrm>
              <a:off x="3672419" y="2186145"/>
              <a:ext cx="3061703" cy="386046"/>
              <a:chOff x="2150376" y="1955331"/>
              <a:chExt cx="3126739" cy="404109"/>
            </a:xfrm>
          </p:grpSpPr>
          <p:sp>
            <p:nvSpPr>
              <p:cNvPr id="764" name="Google Shape;764;p67"/>
              <p:cNvSpPr/>
              <p:nvPr/>
            </p:nvSpPr>
            <p:spPr>
              <a:xfrm>
                <a:off x="2571115" y="1955341"/>
                <a:ext cx="2706000" cy="404100"/>
              </a:xfrm>
              <a:prstGeom prst="rect">
                <a:avLst/>
              </a:prstGeom>
              <a:solidFill>
                <a:srgbClr val="FCA502"/>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sp>
            <p:nvSpPr>
              <p:cNvPr id="765" name="Google Shape;765;p67"/>
              <p:cNvSpPr/>
              <p:nvPr/>
            </p:nvSpPr>
            <p:spPr>
              <a:xfrm rot="-5400000">
                <a:off x="2163126" y="1942581"/>
                <a:ext cx="404100" cy="429600"/>
              </a:xfrm>
              <a:prstGeom prst="round2SameRect">
                <a:avLst>
                  <a:gd fmla="val 50000" name="adj1"/>
                  <a:gd fmla="val 0" name="adj2"/>
                </a:avLst>
              </a:prstGeom>
              <a:solidFill>
                <a:srgbClr val="FCA502"/>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grpSp>
        <p:sp>
          <p:nvSpPr>
            <p:cNvPr id="766" name="Google Shape;766;p67"/>
            <p:cNvSpPr txBox="1"/>
            <p:nvPr/>
          </p:nvSpPr>
          <p:spPr>
            <a:xfrm>
              <a:off x="7501075" y="2224369"/>
              <a:ext cx="932700" cy="309600"/>
            </a:xfrm>
            <a:prstGeom prst="rect">
              <a:avLst/>
            </a:prstGeom>
            <a:noFill/>
            <a:ln>
              <a:noFill/>
            </a:ln>
          </p:spPr>
          <p:txBody>
            <a:bodyPr anchorCtr="0" anchor="ctr" bIns="56250" lIns="56250" spcFirstLastPara="1" rIns="56250" wrap="square" tIns="56250">
              <a:noAutofit/>
            </a:bodyPr>
            <a:lstStyle/>
            <a:p>
              <a:pPr indent="0" lvl="0" marL="0" rtl="0" algn="r">
                <a:spcBef>
                  <a:spcPts val="0"/>
                </a:spcBef>
                <a:spcAft>
                  <a:spcPts val="0"/>
                </a:spcAft>
                <a:buNone/>
              </a:pPr>
              <a:r>
                <a:rPr lang="en-GB" sz="1030">
                  <a:solidFill>
                    <a:srgbClr val="FCA502"/>
                  </a:solidFill>
                  <a:latin typeface="Plus Jakarta Sans ExtraBold"/>
                  <a:ea typeface="Plus Jakarta Sans ExtraBold"/>
                  <a:cs typeface="Plus Jakarta Sans ExtraBold"/>
                  <a:sym typeface="Plus Jakarta Sans ExtraBold"/>
                </a:rPr>
                <a:t>5,000</a:t>
              </a:r>
              <a:endParaRPr sz="1030">
                <a:solidFill>
                  <a:srgbClr val="FCA502"/>
                </a:solidFill>
                <a:latin typeface="Plus Jakarta Sans ExtraBold"/>
                <a:ea typeface="Plus Jakarta Sans ExtraBold"/>
                <a:cs typeface="Plus Jakarta Sans ExtraBold"/>
                <a:sym typeface="Plus Jakarta Sans ExtraBold"/>
              </a:endParaRPr>
            </a:p>
          </p:txBody>
        </p:sp>
        <p:grpSp>
          <p:nvGrpSpPr>
            <p:cNvPr id="767" name="Google Shape;767;p67"/>
            <p:cNvGrpSpPr/>
            <p:nvPr/>
          </p:nvGrpSpPr>
          <p:grpSpPr>
            <a:xfrm>
              <a:off x="710275" y="1992996"/>
              <a:ext cx="2649600" cy="772350"/>
              <a:chOff x="710275" y="2043796"/>
              <a:chExt cx="2649600" cy="772350"/>
            </a:xfrm>
          </p:grpSpPr>
          <p:sp>
            <p:nvSpPr>
              <p:cNvPr id="768" name="Google Shape;768;p67"/>
              <p:cNvSpPr txBox="1"/>
              <p:nvPr/>
            </p:nvSpPr>
            <p:spPr>
              <a:xfrm>
                <a:off x="710275" y="2043796"/>
                <a:ext cx="2649600" cy="2625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b="1" lang="en-GB" sz="1046">
                    <a:solidFill>
                      <a:srgbClr val="3C5337"/>
                    </a:solidFill>
                    <a:latin typeface="Plus Jakarta Sans"/>
                    <a:ea typeface="Plus Jakarta Sans"/>
                    <a:cs typeface="Plus Jakarta Sans"/>
                    <a:sym typeface="Plus Jakarta Sans"/>
                  </a:rPr>
                  <a:t>Lorem ipsum</a:t>
                </a:r>
                <a:endParaRPr b="1" sz="1046">
                  <a:solidFill>
                    <a:srgbClr val="FCA502"/>
                  </a:solidFill>
                  <a:latin typeface="Plus Jakarta Sans"/>
                  <a:ea typeface="Plus Jakarta Sans"/>
                  <a:cs typeface="Plus Jakarta Sans"/>
                  <a:sym typeface="Plus Jakarta Sans"/>
                </a:endParaRPr>
              </a:p>
            </p:txBody>
          </p:sp>
          <p:sp>
            <p:nvSpPr>
              <p:cNvPr id="769" name="Google Shape;769;p67"/>
              <p:cNvSpPr txBox="1"/>
              <p:nvPr/>
            </p:nvSpPr>
            <p:spPr>
              <a:xfrm>
                <a:off x="710275" y="2267746"/>
                <a:ext cx="2649600" cy="5484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lang="en-GB" sz="738">
                    <a:solidFill>
                      <a:srgbClr val="434343"/>
                    </a:solidFill>
                    <a:latin typeface="Plus Jakarta Sans"/>
                    <a:ea typeface="Plus Jakarta Sans"/>
                    <a:cs typeface="Plus Jakarta Sans"/>
                    <a:sym typeface="Plus Jakarta Sans"/>
                  </a:rPr>
                  <a:t>Mercury is the closest planet to the Sun and the smallest one</a:t>
                </a:r>
                <a:endParaRPr sz="738">
                  <a:solidFill>
                    <a:srgbClr val="434343"/>
                  </a:solidFill>
                  <a:latin typeface="Plus Jakarta Sans"/>
                  <a:ea typeface="Plus Jakarta Sans"/>
                  <a:cs typeface="Plus Jakarta Sans"/>
                  <a:sym typeface="Plus Jakarta Sans"/>
                </a:endParaRPr>
              </a:p>
            </p:txBody>
          </p:sp>
        </p:grpSp>
      </p:grpSp>
      <p:grpSp>
        <p:nvGrpSpPr>
          <p:cNvPr id="770" name="Google Shape;770;p67"/>
          <p:cNvGrpSpPr/>
          <p:nvPr/>
        </p:nvGrpSpPr>
        <p:grpSpPr>
          <a:xfrm>
            <a:off x="224116" y="3930585"/>
            <a:ext cx="4750725" cy="475072"/>
            <a:chOff x="710275" y="2875529"/>
            <a:chExt cx="7723500" cy="772350"/>
          </a:xfrm>
        </p:grpSpPr>
        <p:sp>
          <p:nvSpPr>
            <p:cNvPr id="771" name="Google Shape;771;p67"/>
            <p:cNvSpPr/>
            <p:nvPr/>
          </p:nvSpPr>
          <p:spPr>
            <a:xfrm>
              <a:off x="3626425" y="3034601"/>
              <a:ext cx="3760500" cy="454200"/>
            </a:xfrm>
            <a:prstGeom prst="roundRect">
              <a:avLst>
                <a:gd fmla="val 50000" name="adj"/>
              </a:avLst>
            </a:prstGeom>
            <a:solidFill>
              <a:srgbClr val="EEEEEE"/>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grpSp>
          <p:nvGrpSpPr>
            <p:cNvPr id="772" name="Google Shape;772;p67"/>
            <p:cNvGrpSpPr/>
            <p:nvPr/>
          </p:nvGrpSpPr>
          <p:grpSpPr>
            <a:xfrm>
              <a:off x="3672419" y="3068675"/>
              <a:ext cx="1439582" cy="386037"/>
              <a:chOff x="2150376" y="2612513"/>
              <a:chExt cx="1470161" cy="404100"/>
            </a:xfrm>
          </p:grpSpPr>
          <p:sp>
            <p:nvSpPr>
              <p:cNvPr id="773" name="Google Shape;773;p67"/>
              <p:cNvSpPr/>
              <p:nvPr/>
            </p:nvSpPr>
            <p:spPr>
              <a:xfrm>
                <a:off x="2571137" y="2612513"/>
                <a:ext cx="1049400" cy="404100"/>
              </a:xfrm>
              <a:prstGeom prst="rect">
                <a:avLst/>
              </a:prstGeom>
              <a:solidFill>
                <a:srgbClr val="FCD102"/>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sp>
            <p:nvSpPr>
              <p:cNvPr id="774" name="Google Shape;774;p67"/>
              <p:cNvSpPr/>
              <p:nvPr/>
            </p:nvSpPr>
            <p:spPr>
              <a:xfrm rot="-5400000">
                <a:off x="2163126" y="2599763"/>
                <a:ext cx="404100" cy="429600"/>
              </a:xfrm>
              <a:prstGeom prst="round2SameRect">
                <a:avLst>
                  <a:gd fmla="val 50000" name="adj1"/>
                  <a:gd fmla="val 0" name="adj2"/>
                </a:avLst>
              </a:prstGeom>
              <a:solidFill>
                <a:srgbClr val="FCD102"/>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grpSp>
        <p:sp>
          <p:nvSpPr>
            <p:cNvPr id="775" name="Google Shape;775;p67"/>
            <p:cNvSpPr txBox="1"/>
            <p:nvPr/>
          </p:nvSpPr>
          <p:spPr>
            <a:xfrm>
              <a:off x="7501075" y="3106909"/>
              <a:ext cx="932700" cy="309600"/>
            </a:xfrm>
            <a:prstGeom prst="rect">
              <a:avLst/>
            </a:prstGeom>
            <a:noFill/>
            <a:ln>
              <a:noFill/>
            </a:ln>
          </p:spPr>
          <p:txBody>
            <a:bodyPr anchorCtr="0" anchor="ctr" bIns="56250" lIns="56250" spcFirstLastPara="1" rIns="56250" wrap="square" tIns="56250">
              <a:noAutofit/>
            </a:bodyPr>
            <a:lstStyle/>
            <a:p>
              <a:pPr indent="0" lvl="0" marL="0" rtl="0" algn="r">
                <a:spcBef>
                  <a:spcPts val="0"/>
                </a:spcBef>
                <a:spcAft>
                  <a:spcPts val="0"/>
                </a:spcAft>
                <a:buNone/>
              </a:pPr>
              <a:r>
                <a:rPr lang="en-GB" sz="1030">
                  <a:solidFill>
                    <a:srgbClr val="FCD102"/>
                  </a:solidFill>
                  <a:latin typeface="Plus Jakarta Sans ExtraBold"/>
                  <a:ea typeface="Plus Jakarta Sans ExtraBold"/>
                  <a:cs typeface="Plus Jakarta Sans ExtraBold"/>
                  <a:sym typeface="Plus Jakarta Sans ExtraBold"/>
                </a:rPr>
                <a:t>4,000</a:t>
              </a:r>
              <a:endParaRPr sz="1030">
                <a:solidFill>
                  <a:srgbClr val="FCD102"/>
                </a:solidFill>
                <a:latin typeface="Plus Jakarta Sans ExtraBold"/>
                <a:ea typeface="Plus Jakarta Sans ExtraBold"/>
                <a:cs typeface="Plus Jakarta Sans ExtraBold"/>
                <a:sym typeface="Plus Jakarta Sans ExtraBold"/>
              </a:endParaRPr>
            </a:p>
          </p:txBody>
        </p:sp>
        <p:grpSp>
          <p:nvGrpSpPr>
            <p:cNvPr id="776" name="Google Shape;776;p67"/>
            <p:cNvGrpSpPr/>
            <p:nvPr/>
          </p:nvGrpSpPr>
          <p:grpSpPr>
            <a:xfrm>
              <a:off x="710275" y="2875529"/>
              <a:ext cx="2649600" cy="772350"/>
              <a:chOff x="710275" y="2900929"/>
              <a:chExt cx="2649600" cy="772350"/>
            </a:xfrm>
          </p:grpSpPr>
          <p:sp>
            <p:nvSpPr>
              <p:cNvPr id="777" name="Google Shape;777;p67"/>
              <p:cNvSpPr txBox="1"/>
              <p:nvPr/>
            </p:nvSpPr>
            <p:spPr>
              <a:xfrm>
                <a:off x="710275" y="2900929"/>
                <a:ext cx="2649600" cy="2625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b="1" lang="en-GB" sz="1046">
                    <a:solidFill>
                      <a:srgbClr val="3C5337"/>
                    </a:solidFill>
                    <a:latin typeface="Plus Jakarta Sans"/>
                    <a:ea typeface="Plus Jakarta Sans"/>
                    <a:cs typeface="Plus Jakarta Sans"/>
                    <a:sym typeface="Plus Jakarta Sans"/>
                  </a:rPr>
                  <a:t>Lorem ipsum</a:t>
                </a:r>
                <a:endParaRPr b="1" sz="1046">
                  <a:solidFill>
                    <a:srgbClr val="FCD102"/>
                  </a:solidFill>
                  <a:latin typeface="Plus Jakarta Sans"/>
                  <a:ea typeface="Plus Jakarta Sans"/>
                  <a:cs typeface="Plus Jakarta Sans"/>
                  <a:sym typeface="Plus Jakarta Sans"/>
                </a:endParaRPr>
              </a:p>
            </p:txBody>
          </p:sp>
          <p:sp>
            <p:nvSpPr>
              <p:cNvPr id="778" name="Google Shape;778;p67"/>
              <p:cNvSpPr txBox="1"/>
              <p:nvPr/>
            </p:nvSpPr>
            <p:spPr>
              <a:xfrm>
                <a:off x="710275" y="3124879"/>
                <a:ext cx="2649600" cy="5484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lang="en-GB" sz="738">
                    <a:solidFill>
                      <a:srgbClr val="434343"/>
                    </a:solidFill>
                    <a:latin typeface="Plus Jakarta Sans"/>
                    <a:ea typeface="Plus Jakarta Sans"/>
                    <a:cs typeface="Plus Jakarta Sans"/>
                    <a:sym typeface="Plus Jakarta Sans"/>
                  </a:rPr>
                  <a:t>Despite being red, Mars is a cold place full of iron oxide dust</a:t>
                </a:r>
                <a:endParaRPr sz="738">
                  <a:solidFill>
                    <a:srgbClr val="434343"/>
                  </a:solidFill>
                  <a:latin typeface="Plus Jakarta Sans"/>
                  <a:ea typeface="Plus Jakarta Sans"/>
                  <a:cs typeface="Plus Jakarta Sans"/>
                  <a:sym typeface="Plus Jakarta Sans"/>
                </a:endParaRPr>
              </a:p>
            </p:txBody>
          </p:sp>
        </p:grpSp>
      </p:grpSp>
      <p:grpSp>
        <p:nvGrpSpPr>
          <p:cNvPr id="779" name="Google Shape;779;p67"/>
          <p:cNvGrpSpPr/>
          <p:nvPr/>
        </p:nvGrpSpPr>
        <p:grpSpPr>
          <a:xfrm>
            <a:off x="224116" y="4473431"/>
            <a:ext cx="4750725" cy="475072"/>
            <a:chOff x="710275" y="3758063"/>
            <a:chExt cx="7723500" cy="772350"/>
          </a:xfrm>
        </p:grpSpPr>
        <p:sp>
          <p:nvSpPr>
            <p:cNvPr id="780" name="Google Shape;780;p67"/>
            <p:cNvSpPr/>
            <p:nvPr/>
          </p:nvSpPr>
          <p:spPr>
            <a:xfrm>
              <a:off x="3626425" y="3917150"/>
              <a:ext cx="3760500" cy="454200"/>
            </a:xfrm>
            <a:prstGeom prst="roundRect">
              <a:avLst>
                <a:gd fmla="val 50000" name="adj"/>
              </a:avLst>
            </a:prstGeom>
            <a:solidFill>
              <a:srgbClr val="EEEEEE"/>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grpSp>
          <p:nvGrpSpPr>
            <p:cNvPr id="781" name="Google Shape;781;p67"/>
            <p:cNvGrpSpPr/>
            <p:nvPr/>
          </p:nvGrpSpPr>
          <p:grpSpPr>
            <a:xfrm>
              <a:off x="3672419" y="3951222"/>
              <a:ext cx="2729482" cy="386037"/>
              <a:chOff x="2150376" y="3269694"/>
              <a:chExt cx="2787461" cy="404100"/>
            </a:xfrm>
          </p:grpSpPr>
          <p:sp>
            <p:nvSpPr>
              <p:cNvPr id="782" name="Google Shape;782;p67"/>
              <p:cNvSpPr/>
              <p:nvPr/>
            </p:nvSpPr>
            <p:spPr>
              <a:xfrm>
                <a:off x="2571137" y="3269694"/>
                <a:ext cx="2366700" cy="404100"/>
              </a:xfrm>
              <a:prstGeom prst="rect">
                <a:avLst/>
              </a:prstGeom>
              <a:solidFill>
                <a:srgbClr val="007200"/>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sp>
            <p:nvSpPr>
              <p:cNvPr id="783" name="Google Shape;783;p67"/>
              <p:cNvSpPr/>
              <p:nvPr/>
            </p:nvSpPr>
            <p:spPr>
              <a:xfrm rot="-5400000">
                <a:off x="2163126" y="3256944"/>
                <a:ext cx="404100" cy="429600"/>
              </a:xfrm>
              <a:prstGeom prst="round2SameRect">
                <a:avLst>
                  <a:gd fmla="val 50000" name="adj1"/>
                  <a:gd fmla="val 0" name="adj2"/>
                </a:avLst>
              </a:prstGeom>
              <a:solidFill>
                <a:srgbClr val="007200"/>
              </a:solidFill>
              <a:ln>
                <a:noFill/>
              </a:ln>
            </p:spPr>
            <p:txBody>
              <a:bodyPr anchorCtr="0" anchor="ctr" bIns="56250" lIns="56250" spcFirstLastPara="1" rIns="56250" wrap="square" tIns="56250">
                <a:noAutofit/>
              </a:bodyPr>
              <a:lstStyle/>
              <a:p>
                <a:pPr indent="0" lvl="0" marL="0" rtl="0" algn="l">
                  <a:spcBef>
                    <a:spcPts val="0"/>
                  </a:spcBef>
                  <a:spcAft>
                    <a:spcPts val="0"/>
                  </a:spcAft>
                  <a:buNone/>
                </a:pPr>
                <a:r>
                  <a:t/>
                </a:r>
                <a:endParaRPr b="1">
                  <a:latin typeface="Plus Jakarta Sans"/>
                  <a:ea typeface="Plus Jakarta Sans"/>
                  <a:cs typeface="Plus Jakarta Sans"/>
                  <a:sym typeface="Plus Jakarta Sans"/>
                </a:endParaRPr>
              </a:p>
            </p:txBody>
          </p:sp>
        </p:grpSp>
        <p:sp>
          <p:nvSpPr>
            <p:cNvPr id="784" name="Google Shape;784;p67"/>
            <p:cNvSpPr txBox="1"/>
            <p:nvPr/>
          </p:nvSpPr>
          <p:spPr>
            <a:xfrm>
              <a:off x="7501075" y="3989425"/>
              <a:ext cx="932700" cy="309600"/>
            </a:xfrm>
            <a:prstGeom prst="rect">
              <a:avLst/>
            </a:prstGeom>
            <a:noFill/>
            <a:ln>
              <a:noFill/>
            </a:ln>
          </p:spPr>
          <p:txBody>
            <a:bodyPr anchorCtr="0" anchor="ctr" bIns="56250" lIns="56250" spcFirstLastPara="1" rIns="56250" wrap="square" tIns="56250">
              <a:noAutofit/>
            </a:bodyPr>
            <a:lstStyle/>
            <a:p>
              <a:pPr indent="0" lvl="0" marL="0" rtl="0" algn="r">
                <a:spcBef>
                  <a:spcPts val="0"/>
                </a:spcBef>
                <a:spcAft>
                  <a:spcPts val="0"/>
                </a:spcAft>
                <a:buNone/>
              </a:pPr>
              <a:r>
                <a:rPr b="1" lang="en-GB" sz="1000">
                  <a:solidFill>
                    <a:srgbClr val="007200"/>
                  </a:solidFill>
                  <a:latin typeface="Plus Jakarta Sans"/>
                  <a:ea typeface="Plus Jakarta Sans"/>
                  <a:cs typeface="Plus Jakarta Sans"/>
                  <a:sym typeface="Plus Jakarta Sans"/>
                </a:rPr>
                <a:t>8,</a:t>
              </a:r>
              <a:r>
                <a:rPr lang="en-GB" sz="1000">
                  <a:solidFill>
                    <a:srgbClr val="007200"/>
                  </a:solidFill>
                  <a:latin typeface="Plus Jakarta Sans ExtraBold"/>
                  <a:ea typeface="Plus Jakarta Sans ExtraBold"/>
                  <a:cs typeface="Plus Jakarta Sans ExtraBold"/>
                  <a:sym typeface="Plus Jakarta Sans ExtraBold"/>
                </a:rPr>
                <a:t>000</a:t>
              </a:r>
              <a:endParaRPr sz="1000">
                <a:solidFill>
                  <a:srgbClr val="007200"/>
                </a:solidFill>
                <a:latin typeface="Plus Jakarta Sans ExtraBold"/>
                <a:ea typeface="Plus Jakarta Sans ExtraBold"/>
                <a:cs typeface="Plus Jakarta Sans ExtraBold"/>
                <a:sym typeface="Plus Jakarta Sans ExtraBold"/>
              </a:endParaRPr>
            </a:p>
          </p:txBody>
        </p:sp>
        <p:grpSp>
          <p:nvGrpSpPr>
            <p:cNvPr id="785" name="Google Shape;785;p67"/>
            <p:cNvGrpSpPr/>
            <p:nvPr/>
          </p:nvGrpSpPr>
          <p:grpSpPr>
            <a:xfrm>
              <a:off x="710275" y="3758063"/>
              <a:ext cx="2649600" cy="772350"/>
              <a:chOff x="710275" y="3758063"/>
              <a:chExt cx="2649600" cy="772350"/>
            </a:xfrm>
          </p:grpSpPr>
          <p:sp>
            <p:nvSpPr>
              <p:cNvPr id="786" name="Google Shape;786;p67"/>
              <p:cNvSpPr txBox="1"/>
              <p:nvPr/>
            </p:nvSpPr>
            <p:spPr>
              <a:xfrm>
                <a:off x="710275" y="3758063"/>
                <a:ext cx="2649600" cy="2625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b="1" lang="en-GB" sz="1046">
                    <a:solidFill>
                      <a:srgbClr val="3C5337"/>
                    </a:solidFill>
                    <a:latin typeface="Plus Jakarta Sans"/>
                    <a:ea typeface="Plus Jakarta Sans"/>
                    <a:cs typeface="Plus Jakarta Sans"/>
                    <a:sym typeface="Plus Jakarta Sans"/>
                  </a:rPr>
                  <a:t>Lorem ipsum</a:t>
                </a:r>
                <a:endParaRPr b="1" sz="1046">
                  <a:solidFill>
                    <a:srgbClr val="72BA23"/>
                  </a:solidFill>
                  <a:latin typeface="Plus Jakarta Sans"/>
                  <a:ea typeface="Plus Jakarta Sans"/>
                  <a:cs typeface="Plus Jakarta Sans"/>
                  <a:sym typeface="Plus Jakarta Sans"/>
                </a:endParaRPr>
              </a:p>
            </p:txBody>
          </p:sp>
          <p:sp>
            <p:nvSpPr>
              <p:cNvPr id="787" name="Google Shape;787;p67"/>
              <p:cNvSpPr txBox="1"/>
              <p:nvPr/>
            </p:nvSpPr>
            <p:spPr>
              <a:xfrm>
                <a:off x="710275" y="3982013"/>
                <a:ext cx="2649600" cy="548400"/>
              </a:xfrm>
              <a:prstGeom prst="rect">
                <a:avLst/>
              </a:prstGeom>
              <a:noFill/>
              <a:ln>
                <a:noFill/>
              </a:ln>
            </p:spPr>
            <p:txBody>
              <a:bodyPr anchorCtr="0" anchor="ctr" bIns="56250" lIns="56250" spcFirstLastPara="1" rIns="56250" wrap="square" tIns="56250">
                <a:noAutofit/>
              </a:bodyPr>
              <a:lstStyle/>
              <a:p>
                <a:pPr indent="0" lvl="0" marL="0" rtl="0" algn="l">
                  <a:spcBef>
                    <a:spcPts val="0"/>
                  </a:spcBef>
                  <a:spcAft>
                    <a:spcPts val="0"/>
                  </a:spcAft>
                  <a:buNone/>
                </a:pPr>
                <a:r>
                  <a:rPr lang="en-GB" sz="738">
                    <a:solidFill>
                      <a:srgbClr val="434343"/>
                    </a:solidFill>
                    <a:latin typeface="Plus Jakarta Sans"/>
                    <a:ea typeface="Plus Jakarta Sans"/>
                    <a:cs typeface="Plus Jakarta Sans"/>
                    <a:sym typeface="Plus Jakarta Sans"/>
                  </a:rPr>
                  <a:t>Jupiter is a gas giant and the biggest planet in the Solar System</a:t>
                </a:r>
                <a:endParaRPr sz="738">
                  <a:solidFill>
                    <a:srgbClr val="434343"/>
                  </a:solidFill>
                  <a:latin typeface="Plus Jakarta Sans"/>
                  <a:ea typeface="Plus Jakarta Sans"/>
                  <a:cs typeface="Plus Jakarta Sans"/>
                  <a:sym typeface="Plus Jakarta Sans"/>
                </a:endParaRPr>
              </a:p>
            </p:txBody>
          </p:sp>
        </p:grpSp>
      </p:grpSp>
      <p:grpSp>
        <p:nvGrpSpPr>
          <p:cNvPr id="788" name="Google Shape;788;p67"/>
          <p:cNvGrpSpPr/>
          <p:nvPr/>
        </p:nvGrpSpPr>
        <p:grpSpPr>
          <a:xfrm>
            <a:off x="5991225" y="404308"/>
            <a:ext cx="2189863" cy="2189864"/>
            <a:chOff x="4389375" y="1045500"/>
            <a:chExt cx="3052500" cy="3052500"/>
          </a:xfrm>
        </p:grpSpPr>
        <p:sp>
          <p:nvSpPr>
            <p:cNvPr id="789" name="Google Shape;789;p67"/>
            <p:cNvSpPr/>
            <p:nvPr/>
          </p:nvSpPr>
          <p:spPr>
            <a:xfrm>
              <a:off x="4389375" y="1045500"/>
              <a:ext cx="3052500" cy="3052500"/>
            </a:xfrm>
            <a:prstGeom prst="pie">
              <a:avLst>
                <a:gd fmla="val 2991682" name="adj1"/>
                <a:gd fmla="val 11353025" name="adj2"/>
              </a:avLst>
            </a:prstGeom>
            <a:solidFill>
              <a:srgbClr val="3C5337"/>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sp>
          <p:nvSpPr>
            <p:cNvPr id="790" name="Google Shape;790;p67"/>
            <p:cNvSpPr/>
            <p:nvPr/>
          </p:nvSpPr>
          <p:spPr>
            <a:xfrm>
              <a:off x="4389375" y="1045500"/>
              <a:ext cx="3052500" cy="3052500"/>
            </a:xfrm>
            <a:prstGeom prst="pie">
              <a:avLst>
                <a:gd fmla="val 18630211" name="adj1"/>
                <a:gd fmla="val 2992373" name="adj2"/>
              </a:avLst>
            </a:prstGeom>
            <a:solidFill>
              <a:srgbClr val="D2E5D8"/>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sz="1621">
                <a:latin typeface="Plus Jakarta Sans"/>
                <a:ea typeface="Plus Jakarta Sans"/>
                <a:cs typeface="Plus Jakarta Sans"/>
                <a:sym typeface="Plus Jakarta Sans"/>
              </a:endParaRPr>
            </a:p>
          </p:txBody>
        </p:sp>
        <p:sp>
          <p:nvSpPr>
            <p:cNvPr id="791" name="Google Shape;791;p67"/>
            <p:cNvSpPr/>
            <p:nvPr/>
          </p:nvSpPr>
          <p:spPr>
            <a:xfrm>
              <a:off x="4389375" y="1045500"/>
              <a:ext cx="3052500" cy="3052500"/>
            </a:xfrm>
            <a:prstGeom prst="pie">
              <a:avLst>
                <a:gd fmla="val 15043696" name="adj1"/>
                <a:gd fmla="val 18626570" name="adj2"/>
              </a:avLst>
            </a:prstGeom>
            <a:solidFill>
              <a:srgbClr val="FCD102"/>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sp>
          <p:nvSpPr>
            <p:cNvPr id="792" name="Google Shape;792;p67"/>
            <p:cNvSpPr/>
            <p:nvPr/>
          </p:nvSpPr>
          <p:spPr>
            <a:xfrm>
              <a:off x="4389375" y="1045500"/>
              <a:ext cx="3052500" cy="3052500"/>
            </a:xfrm>
            <a:prstGeom prst="pie">
              <a:avLst>
                <a:gd fmla="val 11361736" name="adj1"/>
                <a:gd fmla="val 13141119" name="adj2"/>
              </a:avLst>
            </a:prstGeom>
            <a:solidFill>
              <a:srgbClr val="007200"/>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sp>
          <p:nvSpPr>
            <p:cNvPr id="793" name="Google Shape;793;p67"/>
            <p:cNvSpPr txBox="1"/>
            <p:nvPr/>
          </p:nvSpPr>
          <p:spPr>
            <a:xfrm>
              <a:off x="5040364" y="305472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35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sp>
          <p:nvSpPr>
            <p:cNvPr id="794" name="Google Shape;794;p67"/>
            <p:cNvSpPr txBox="1"/>
            <p:nvPr/>
          </p:nvSpPr>
          <p:spPr>
            <a:xfrm>
              <a:off x="6351589" y="234937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25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sp>
          <p:nvSpPr>
            <p:cNvPr id="795" name="Google Shape;795;p67"/>
            <p:cNvSpPr txBox="1"/>
            <p:nvPr/>
          </p:nvSpPr>
          <p:spPr>
            <a:xfrm>
              <a:off x="5658014" y="147192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15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sp>
          <p:nvSpPr>
            <p:cNvPr id="796" name="Google Shape;796;p67"/>
            <p:cNvSpPr txBox="1"/>
            <p:nvPr/>
          </p:nvSpPr>
          <p:spPr>
            <a:xfrm>
              <a:off x="4505839" y="1863424"/>
              <a:ext cx="915300" cy="391500"/>
            </a:xfrm>
            <a:prstGeom prst="rect">
              <a:avLst/>
            </a:prstGeom>
            <a:noFill/>
            <a:ln>
              <a:noFill/>
            </a:ln>
          </p:spPr>
          <p:txBody>
            <a:bodyPr anchorCtr="0" anchor="ctr" bIns="65575" lIns="65575" spcFirstLastPara="1" rIns="65575" wrap="square" tIns="65575">
              <a:noAutofit/>
            </a:bodyPr>
            <a:lstStyle/>
            <a:p>
              <a:pPr indent="0" lvl="0" marL="0" rtl="0" algn="ctr">
                <a:spcBef>
                  <a:spcPts val="0"/>
                </a:spcBef>
                <a:spcAft>
                  <a:spcPts val="0"/>
                </a:spcAft>
                <a:buNone/>
              </a:pPr>
              <a:r>
                <a:rPr lang="en-GB" sz="1722">
                  <a:solidFill>
                    <a:srgbClr val="FFFFFF"/>
                  </a:solidFill>
                  <a:latin typeface="Fira Sans Extra Condensed Medium"/>
                  <a:ea typeface="Fira Sans Extra Condensed Medium"/>
                  <a:cs typeface="Fira Sans Extra Condensed Medium"/>
                  <a:sym typeface="Fira Sans Extra Condensed Medium"/>
                </a:rPr>
                <a:t>15</a:t>
              </a:r>
              <a:r>
                <a:rPr lang="en-GB" sz="1291">
                  <a:solidFill>
                    <a:srgbClr val="FFFFFF"/>
                  </a:solidFill>
                  <a:latin typeface="Fira Sans Extra Condensed"/>
                  <a:ea typeface="Fira Sans Extra Condensed"/>
                  <a:cs typeface="Fira Sans Extra Condensed"/>
                  <a:sym typeface="Fira Sans Extra Condensed"/>
                </a:rPr>
                <a:t>%</a:t>
              </a:r>
              <a:endParaRPr sz="1291">
                <a:solidFill>
                  <a:srgbClr val="FFFFFF"/>
                </a:solidFill>
                <a:latin typeface="Fira Sans Extra Condensed"/>
                <a:ea typeface="Fira Sans Extra Condensed"/>
                <a:cs typeface="Fira Sans Extra Condensed"/>
                <a:sym typeface="Fira Sans Extra Condensed"/>
              </a:endParaRPr>
            </a:p>
          </p:txBody>
        </p:sp>
      </p:grpSp>
      <p:sp>
        <p:nvSpPr>
          <p:cNvPr id="797" name="Google Shape;797;p67"/>
          <p:cNvSpPr/>
          <p:nvPr/>
        </p:nvSpPr>
        <p:spPr>
          <a:xfrm>
            <a:off x="5991306" y="404325"/>
            <a:ext cx="2190000" cy="2190000"/>
          </a:xfrm>
          <a:prstGeom prst="pie">
            <a:avLst>
              <a:gd fmla="val 13132568" name="adj1"/>
              <a:gd fmla="val 15059001" name="adj2"/>
            </a:avLst>
          </a:prstGeom>
          <a:solidFill>
            <a:srgbClr val="FCA502"/>
          </a:solidFill>
          <a:ln cap="flat" cmpd="sng" w="13675">
            <a:solidFill>
              <a:srgbClr val="FFFFFF"/>
            </a:solidFill>
            <a:prstDash val="solid"/>
            <a:round/>
            <a:headEnd len="sm" w="sm" type="none"/>
            <a:tailEnd len="sm" w="sm" type="none"/>
          </a:ln>
        </p:spPr>
        <p:txBody>
          <a:bodyPr anchorCtr="0" anchor="ctr" bIns="65575" lIns="65575" spcFirstLastPara="1" rIns="65575" wrap="square" tIns="65575">
            <a:noAutofit/>
          </a:bodyPr>
          <a:lstStyle/>
          <a:p>
            <a:pPr indent="0" lvl="0" marL="0" rtl="0" algn="l">
              <a:spcBef>
                <a:spcPts val="0"/>
              </a:spcBef>
              <a:spcAft>
                <a:spcPts val="0"/>
              </a:spcAft>
              <a:buNone/>
            </a:pPr>
            <a:r>
              <a:t/>
            </a:r>
            <a:endParaRPr/>
          </a:p>
        </p:txBody>
      </p:sp>
      <p:grpSp>
        <p:nvGrpSpPr>
          <p:cNvPr id="798" name="Google Shape;798;p67"/>
          <p:cNvGrpSpPr/>
          <p:nvPr/>
        </p:nvGrpSpPr>
        <p:grpSpPr>
          <a:xfrm>
            <a:off x="5551927" y="2973599"/>
            <a:ext cx="1040432" cy="1825220"/>
            <a:chOff x="1533900" y="1628244"/>
            <a:chExt cx="1627200" cy="2930669"/>
          </a:xfrm>
        </p:grpSpPr>
        <p:sp>
          <p:nvSpPr>
            <p:cNvPr id="799" name="Google Shape;799;p67"/>
            <p:cNvSpPr/>
            <p:nvPr/>
          </p:nvSpPr>
          <p:spPr>
            <a:xfrm>
              <a:off x="2098353" y="2099731"/>
              <a:ext cx="498600" cy="1607700"/>
            </a:xfrm>
            <a:prstGeom prst="round2SameRect">
              <a:avLst>
                <a:gd fmla="val 50000" name="adj1"/>
                <a:gd fmla="val 0" name="adj2"/>
              </a:avLst>
            </a:prstGeom>
            <a:solidFill>
              <a:srgbClr val="FCD102"/>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00" name="Google Shape;800;p67"/>
            <p:cNvSpPr/>
            <p:nvPr/>
          </p:nvSpPr>
          <p:spPr>
            <a:xfrm>
              <a:off x="2596798" y="2853585"/>
              <a:ext cx="498600" cy="853800"/>
            </a:xfrm>
            <a:prstGeom prst="round2SameRect">
              <a:avLst>
                <a:gd fmla="val 50000" name="adj1"/>
                <a:gd fmla="val 0" name="adj2"/>
              </a:avLst>
            </a:prstGeom>
            <a:solidFill>
              <a:srgbClr val="FCA502"/>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01" name="Google Shape;801;p67"/>
            <p:cNvSpPr/>
            <p:nvPr/>
          </p:nvSpPr>
          <p:spPr>
            <a:xfrm>
              <a:off x="1599888" y="1628244"/>
              <a:ext cx="498600" cy="2079000"/>
            </a:xfrm>
            <a:prstGeom prst="round2SameRect">
              <a:avLst>
                <a:gd fmla="val 50000" name="adj1"/>
                <a:gd fmla="val 0" name="adj2"/>
              </a:avLst>
            </a:prstGeom>
            <a:solidFill>
              <a:srgbClr val="007200"/>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02" name="Google Shape;802;p67"/>
            <p:cNvSpPr txBox="1"/>
            <p:nvPr/>
          </p:nvSpPr>
          <p:spPr>
            <a:xfrm rot="-5400000">
              <a:off x="1323283" y="3056784"/>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90</a:t>
              </a:r>
              <a:r>
                <a:rPr lang="en-GB" sz="833">
                  <a:solidFill>
                    <a:srgbClr val="FFFFFF"/>
                  </a:solidFill>
                  <a:latin typeface="Plus Jakarta Sans Light"/>
                  <a:ea typeface="Plus Jakarta Sans Light"/>
                  <a:cs typeface="Plus Jakarta Sans Light"/>
                  <a:sym typeface="Plus Jakarta Sans Light"/>
                </a:rPr>
                <a:t>%</a:t>
              </a:r>
              <a:endParaRPr sz="833">
                <a:solidFill>
                  <a:srgbClr val="FFFFFF"/>
                </a:solidFill>
                <a:latin typeface="Plus Jakarta Sans Light"/>
                <a:ea typeface="Plus Jakarta Sans Light"/>
                <a:cs typeface="Plus Jakarta Sans Light"/>
                <a:sym typeface="Plus Jakarta Sans Light"/>
              </a:endParaRPr>
            </a:p>
          </p:txBody>
        </p:sp>
        <p:sp>
          <p:nvSpPr>
            <p:cNvPr id="803" name="Google Shape;803;p67"/>
            <p:cNvSpPr txBox="1"/>
            <p:nvPr/>
          </p:nvSpPr>
          <p:spPr>
            <a:xfrm rot="-5400000">
              <a:off x="1821749" y="3057018"/>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70</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sp>
          <p:nvSpPr>
            <p:cNvPr id="804" name="Google Shape;804;p67"/>
            <p:cNvSpPr txBox="1"/>
            <p:nvPr/>
          </p:nvSpPr>
          <p:spPr>
            <a:xfrm rot="-5400000">
              <a:off x="2320194" y="3057018"/>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40</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sp>
          <p:nvSpPr>
            <p:cNvPr id="805" name="Google Shape;805;p67"/>
            <p:cNvSpPr txBox="1"/>
            <p:nvPr/>
          </p:nvSpPr>
          <p:spPr>
            <a:xfrm>
              <a:off x="1599750" y="3839325"/>
              <a:ext cx="1495500" cy="2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lang="en-GB" sz="944">
                  <a:solidFill>
                    <a:srgbClr val="434343"/>
                  </a:solidFill>
                  <a:latin typeface="Plus Jakarta Sans ExtraBold"/>
                  <a:ea typeface="Plus Jakarta Sans ExtraBold"/>
                  <a:cs typeface="Plus Jakarta Sans ExtraBold"/>
                  <a:sym typeface="Plus Jakarta Sans ExtraBold"/>
                </a:rPr>
                <a:t>2024</a:t>
              </a:r>
              <a:endParaRPr sz="944">
                <a:solidFill>
                  <a:srgbClr val="434343"/>
                </a:solidFill>
                <a:latin typeface="Plus Jakarta Sans ExtraBold"/>
                <a:ea typeface="Plus Jakarta Sans ExtraBold"/>
                <a:cs typeface="Plus Jakarta Sans ExtraBold"/>
                <a:sym typeface="Plus Jakarta Sans ExtraBold"/>
              </a:endParaRPr>
            </a:p>
          </p:txBody>
        </p:sp>
        <p:sp>
          <p:nvSpPr>
            <p:cNvPr id="806" name="Google Shape;806;p67"/>
            <p:cNvSpPr txBox="1"/>
            <p:nvPr/>
          </p:nvSpPr>
          <p:spPr>
            <a:xfrm>
              <a:off x="1533900" y="4176113"/>
              <a:ext cx="1627200" cy="382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lang="en-GB" sz="667">
                  <a:solidFill>
                    <a:srgbClr val="434343"/>
                  </a:solidFill>
                  <a:latin typeface="Plus Jakarta Sans"/>
                  <a:ea typeface="Plus Jakarta Sans"/>
                  <a:cs typeface="Plus Jakarta Sans"/>
                  <a:sym typeface="Plus Jakarta Sans"/>
                </a:rPr>
                <a:t>Venus is the second planet from Sun</a:t>
              </a:r>
              <a:endParaRPr sz="667">
                <a:solidFill>
                  <a:srgbClr val="434343"/>
                </a:solidFill>
                <a:latin typeface="Plus Jakarta Sans"/>
                <a:ea typeface="Plus Jakarta Sans"/>
                <a:cs typeface="Plus Jakarta Sans"/>
                <a:sym typeface="Plus Jakarta Sans"/>
              </a:endParaRPr>
            </a:p>
          </p:txBody>
        </p:sp>
      </p:grpSp>
      <p:grpSp>
        <p:nvGrpSpPr>
          <p:cNvPr id="807" name="Google Shape;807;p67"/>
          <p:cNvGrpSpPr/>
          <p:nvPr/>
        </p:nvGrpSpPr>
        <p:grpSpPr>
          <a:xfrm>
            <a:off x="6691351" y="3142413"/>
            <a:ext cx="1040432" cy="1656407"/>
            <a:chOff x="3752150" y="1899300"/>
            <a:chExt cx="1627200" cy="2659613"/>
          </a:xfrm>
        </p:grpSpPr>
        <p:sp>
          <p:nvSpPr>
            <p:cNvPr id="808" name="Google Shape;808;p67"/>
            <p:cNvSpPr/>
            <p:nvPr/>
          </p:nvSpPr>
          <p:spPr>
            <a:xfrm>
              <a:off x="4316595" y="1899300"/>
              <a:ext cx="498600" cy="1808100"/>
            </a:xfrm>
            <a:prstGeom prst="round2SameRect">
              <a:avLst>
                <a:gd fmla="val 50000" name="adj1"/>
                <a:gd fmla="val 0" name="adj2"/>
              </a:avLst>
            </a:prstGeom>
            <a:solidFill>
              <a:srgbClr val="FCD102"/>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09" name="Google Shape;809;p67"/>
            <p:cNvSpPr/>
            <p:nvPr/>
          </p:nvSpPr>
          <p:spPr>
            <a:xfrm>
              <a:off x="4815060" y="2449018"/>
              <a:ext cx="498600" cy="1258500"/>
            </a:xfrm>
            <a:prstGeom prst="round2SameRect">
              <a:avLst>
                <a:gd fmla="val 50000" name="adj1"/>
                <a:gd fmla="val 0" name="adj2"/>
              </a:avLst>
            </a:prstGeom>
            <a:solidFill>
              <a:srgbClr val="FCA502"/>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10" name="Google Shape;810;p67"/>
            <p:cNvSpPr/>
            <p:nvPr/>
          </p:nvSpPr>
          <p:spPr>
            <a:xfrm>
              <a:off x="3818129" y="2203688"/>
              <a:ext cx="498600" cy="1503600"/>
            </a:xfrm>
            <a:prstGeom prst="round2SameRect">
              <a:avLst>
                <a:gd fmla="val 50000" name="adj1"/>
                <a:gd fmla="val 0" name="adj2"/>
              </a:avLst>
            </a:prstGeom>
            <a:solidFill>
              <a:srgbClr val="007200"/>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11" name="Google Shape;811;p67"/>
            <p:cNvSpPr txBox="1"/>
            <p:nvPr/>
          </p:nvSpPr>
          <p:spPr>
            <a:xfrm rot="-5400000">
              <a:off x="3541525" y="3056853"/>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75</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sp>
          <p:nvSpPr>
            <p:cNvPr id="812" name="Google Shape;812;p67"/>
            <p:cNvSpPr txBox="1"/>
            <p:nvPr/>
          </p:nvSpPr>
          <p:spPr>
            <a:xfrm rot="-5400000">
              <a:off x="4039990" y="3057087"/>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80</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sp>
          <p:nvSpPr>
            <p:cNvPr id="813" name="Google Shape;813;p67"/>
            <p:cNvSpPr txBox="1"/>
            <p:nvPr/>
          </p:nvSpPr>
          <p:spPr>
            <a:xfrm rot="-5400000">
              <a:off x="4538456" y="3057087"/>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60</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sp>
          <p:nvSpPr>
            <p:cNvPr id="814" name="Google Shape;814;p67"/>
            <p:cNvSpPr txBox="1"/>
            <p:nvPr/>
          </p:nvSpPr>
          <p:spPr>
            <a:xfrm>
              <a:off x="3805850" y="3839325"/>
              <a:ext cx="1519800" cy="2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lang="en-GB" sz="944">
                  <a:solidFill>
                    <a:srgbClr val="434343"/>
                  </a:solidFill>
                  <a:latin typeface="Plus Jakarta Sans ExtraBold"/>
                  <a:ea typeface="Plus Jakarta Sans ExtraBold"/>
                  <a:cs typeface="Plus Jakarta Sans ExtraBold"/>
                  <a:sym typeface="Plus Jakarta Sans ExtraBold"/>
                </a:rPr>
                <a:t>2025</a:t>
              </a:r>
              <a:endParaRPr sz="944">
                <a:solidFill>
                  <a:srgbClr val="434343"/>
                </a:solidFill>
                <a:latin typeface="Plus Jakarta Sans ExtraBold"/>
                <a:ea typeface="Plus Jakarta Sans ExtraBold"/>
                <a:cs typeface="Plus Jakarta Sans ExtraBold"/>
                <a:sym typeface="Plus Jakarta Sans ExtraBold"/>
              </a:endParaRPr>
            </a:p>
          </p:txBody>
        </p:sp>
        <p:sp>
          <p:nvSpPr>
            <p:cNvPr id="815" name="Google Shape;815;p67"/>
            <p:cNvSpPr txBox="1"/>
            <p:nvPr/>
          </p:nvSpPr>
          <p:spPr>
            <a:xfrm>
              <a:off x="3752150" y="4176113"/>
              <a:ext cx="1627200" cy="382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lang="en-GB" sz="667">
                  <a:solidFill>
                    <a:srgbClr val="434343"/>
                  </a:solidFill>
                  <a:latin typeface="Plus Jakarta Sans"/>
                  <a:ea typeface="Plus Jakarta Sans"/>
                  <a:cs typeface="Plus Jakarta Sans"/>
                  <a:sym typeface="Plus Jakarta Sans"/>
                </a:rPr>
                <a:t>Mars is a cold place full of iron oxide dust</a:t>
              </a:r>
              <a:endParaRPr sz="667">
                <a:solidFill>
                  <a:srgbClr val="434343"/>
                </a:solidFill>
                <a:latin typeface="Plus Jakarta Sans"/>
                <a:ea typeface="Plus Jakarta Sans"/>
                <a:cs typeface="Plus Jakarta Sans"/>
                <a:sym typeface="Plus Jakarta Sans"/>
              </a:endParaRPr>
            </a:p>
          </p:txBody>
        </p:sp>
      </p:grpSp>
      <p:cxnSp>
        <p:nvCxnSpPr>
          <p:cNvPr id="816" name="Google Shape;816;p67"/>
          <p:cNvCxnSpPr/>
          <p:nvPr/>
        </p:nvCxnSpPr>
        <p:spPr>
          <a:xfrm>
            <a:off x="5443487" y="4265287"/>
            <a:ext cx="3493500" cy="0"/>
          </a:xfrm>
          <a:prstGeom prst="straightConnector1">
            <a:avLst/>
          </a:prstGeom>
          <a:noFill/>
          <a:ln cap="flat" cmpd="sng" w="5300">
            <a:solidFill>
              <a:srgbClr val="434343"/>
            </a:solidFill>
            <a:prstDash val="solid"/>
            <a:round/>
            <a:headEnd len="med" w="med" type="none"/>
            <a:tailEnd len="med" w="med" type="none"/>
          </a:ln>
        </p:spPr>
      </p:cxnSp>
      <p:grpSp>
        <p:nvGrpSpPr>
          <p:cNvPr id="817" name="Google Shape;817;p67"/>
          <p:cNvGrpSpPr/>
          <p:nvPr/>
        </p:nvGrpSpPr>
        <p:grpSpPr>
          <a:xfrm>
            <a:off x="7872874" y="2844902"/>
            <a:ext cx="956242" cy="1423721"/>
            <a:chOff x="6048636" y="1421600"/>
            <a:chExt cx="1495531" cy="2286000"/>
          </a:xfrm>
        </p:grpSpPr>
        <p:sp>
          <p:nvSpPr>
            <p:cNvPr id="818" name="Google Shape;818;p67"/>
            <p:cNvSpPr/>
            <p:nvPr/>
          </p:nvSpPr>
          <p:spPr>
            <a:xfrm>
              <a:off x="6547101" y="1798023"/>
              <a:ext cx="498600" cy="1909200"/>
            </a:xfrm>
            <a:prstGeom prst="round2SameRect">
              <a:avLst>
                <a:gd fmla="val 50000" name="adj1"/>
                <a:gd fmla="val 0" name="adj2"/>
              </a:avLst>
            </a:prstGeom>
            <a:solidFill>
              <a:srgbClr val="FCD102"/>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19" name="Google Shape;819;p67"/>
            <p:cNvSpPr/>
            <p:nvPr/>
          </p:nvSpPr>
          <p:spPr>
            <a:xfrm>
              <a:off x="7045566" y="1421600"/>
              <a:ext cx="498600" cy="2286000"/>
            </a:xfrm>
            <a:prstGeom prst="round2SameRect">
              <a:avLst>
                <a:gd fmla="val 50000" name="adj1"/>
                <a:gd fmla="val 0" name="adj2"/>
              </a:avLst>
            </a:prstGeom>
            <a:solidFill>
              <a:srgbClr val="FCA502"/>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20" name="Google Shape;820;p67"/>
            <p:cNvSpPr/>
            <p:nvPr/>
          </p:nvSpPr>
          <p:spPr>
            <a:xfrm>
              <a:off x="6048636" y="2448737"/>
              <a:ext cx="498600" cy="1258500"/>
            </a:xfrm>
            <a:prstGeom prst="round2SameRect">
              <a:avLst>
                <a:gd fmla="val 50000" name="adj1"/>
                <a:gd fmla="val 0" name="adj2"/>
              </a:avLst>
            </a:prstGeom>
            <a:solidFill>
              <a:srgbClr val="007200"/>
            </a:solidFill>
            <a:ln>
              <a:noFill/>
            </a:ln>
          </p:spPr>
          <p:txBody>
            <a:bodyPr anchorCtr="0" anchor="ctr" bIns="50800" lIns="50800" spcFirstLastPara="1" rIns="50800" wrap="square" tIns="50800">
              <a:noAutofit/>
            </a:bodyPr>
            <a:lstStyle/>
            <a:p>
              <a:pPr indent="0" lvl="0" marL="0" rtl="0" algn="l">
                <a:spcBef>
                  <a:spcPts val="0"/>
                </a:spcBef>
                <a:spcAft>
                  <a:spcPts val="0"/>
                </a:spcAft>
                <a:buNone/>
              </a:pPr>
              <a:r>
                <a:t/>
              </a:r>
              <a:endParaRPr sz="944">
                <a:latin typeface="Plus Jakarta Sans Medium"/>
                <a:ea typeface="Plus Jakarta Sans Medium"/>
                <a:cs typeface="Plus Jakarta Sans Medium"/>
                <a:sym typeface="Plus Jakarta Sans Medium"/>
              </a:endParaRPr>
            </a:p>
          </p:txBody>
        </p:sp>
        <p:sp>
          <p:nvSpPr>
            <p:cNvPr id="821" name="Google Shape;821;p67"/>
            <p:cNvSpPr txBox="1"/>
            <p:nvPr/>
          </p:nvSpPr>
          <p:spPr>
            <a:xfrm rot="-5400000">
              <a:off x="5772048" y="3056784"/>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60</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sp>
          <p:nvSpPr>
            <p:cNvPr id="822" name="Google Shape;822;p67"/>
            <p:cNvSpPr txBox="1"/>
            <p:nvPr/>
          </p:nvSpPr>
          <p:spPr>
            <a:xfrm rot="-5400000">
              <a:off x="6270517" y="3057018"/>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85</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sp>
          <p:nvSpPr>
            <p:cNvPr id="823" name="Google Shape;823;p67"/>
            <p:cNvSpPr txBox="1"/>
            <p:nvPr/>
          </p:nvSpPr>
          <p:spPr>
            <a:xfrm rot="-5400000">
              <a:off x="6768962" y="3057018"/>
              <a:ext cx="1051500" cy="249300"/>
            </a:xfrm>
            <a:prstGeom prst="rect">
              <a:avLst/>
            </a:prstGeom>
            <a:noFill/>
            <a:ln>
              <a:noFill/>
            </a:ln>
          </p:spPr>
          <p:txBody>
            <a:bodyPr anchorCtr="0" anchor="ctr" bIns="50800" lIns="50800" spcFirstLastPara="1" rIns="50800" wrap="square" tIns="50800">
              <a:noAutofit/>
            </a:bodyPr>
            <a:lstStyle/>
            <a:p>
              <a:pPr indent="0" lvl="0" marL="0" rtl="0" algn="l">
                <a:spcBef>
                  <a:spcPts val="0"/>
                </a:spcBef>
                <a:spcAft>
                  <a:spcPts val="0"/>
                </a:spcAft>
                <a:buNone/>
              </a:pPr>
              <a:r>
                <a:rPr lang="en-GB" sz="944">
                  <a:solidFill>
                    <a:srgbClr val="FFFFFF"/>
                  </a:solidFill>
                  <a:latin typeface="Plus Jakarta Sans Medium"/>
                  <a:ea typeface="Plus Jakarta Sans Medium"/>
                  <a:cs typeface="Plus Jakarta Sans Medium"/>
                  <a:sym typeface="Plus Jakarta Sans Medium"/>
                </a:rPr>
                <a:t>100</a:t>
              </a:r>
              <a:r>
                <a:rPr lang="en-GB" sz="833">
                  <a:solidFill>
                    <a:srgbClr val="FFFFFF"/>
                  </a:solidFill>
                  <a:latin typeface="Plus Jakarta Sans Light"/>
                  <a:ea typeface="Plus Jakarta Sans Light"/>
                  <a:cs typeface="Plus Jakarta Sans Light"/>
                  <a:sym typeface="Plus Jakarta Sans Light"/>
                </a:rPr>
                <a:t>%</a:t>
              </a:r>
              <a:endParaRPr sz="944">
                <a:solidFill>
                  <a:srgbClr val="FFFFFF"/>
                </a:solidFill>
                <a:latin typeface="Plus Jakarta Sans Medium"/>
                <a:ea typeface="Plus Jakarta Sans Medium"/>
                <a:cs typeface="Plus Jakarta Sans Medium"/>
                <a:sym typeface="Plus Jakarta Sans Medium"/>
              </a:endParaRPr>
            </a:p>
          </p:txBody>
        </p:sp>
      </p:grpSp>
      <p:grpSp>
        <p:nvGrpSpPr>
          <p:cNvPr id="824" name="Google Shape;824;p67"/>
          <p:cNvGrpSpPr/>
          <p:nvPr/>
        </p:nvGrpSpPr>
        <p:grpSpPr>
          <a:xfrm>
            <a:off x="7830779" y="4350661"/>
            <a:ext cx="1040432" cy="448159"/>
            <a:chOff x="5982800" y="3839325"/>
            <a:chExt cx="1627200" cy="719588"/>
          </a:xfrm>
        </p:grpSpPr>
        <p:sp>
          <p:nvSpPr>
            <p:cNvPr id="825" name="Google Shape;825;p67"/>
            <p:cNvSpPr txBox="1"/>
            <p:nvPr/>
          </p:nvSpPr>
          <p:spPr>
            <a:xfrm>
              <a:off x="6036500" y="3839325"/>
              <a:ext cx="1519800" cy="2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lang="en-GB" sz="944">
                  <a:solidFill>
                    <a:srgbClr val="434343"/>
                  </a:solidFill>
                  <a:latin typeface="Plus Jakarta Sans ExtraBold"/>
                  <a:ea typeface="Plus Jakarta Sans ExtraBold"/>
                  <a:cs typeface="Plus Jakarta Sans ExtraBold"/>
                  <a:sym typeface="Plus Jakarta Sans ExtraBold"/>
                </a:rPr>
                <a:t>2026</a:t>
              </a:r>
              <a:endParaRPr sz="944">
                <a:solidFill>
                  <a:srgbClr val="434343"/>
                </a:solidFill>
                <a:latin typeface="Plus Jakarta Sans ExtraBold"/>
                <a:ea typeface="Plus Jakarta Sans ExtraBold"/>
                <a:cs typeface="Plus Jakarta Sans ExtraBold"/>
                <a:sym typeface="Plus Jakarta Sans ExtraBold"/>
              </a:endParaRPr>
            </a:p>
          </p:txBody>
        </p:sp>
        <p:sp>
          <p:nvSpPr>
            <p:cNvPr id="826" name="Google Shape;826;p67"/>
            <p:cNvSpPr txBox="1"/>
            <p:nvPr/>
          </p:nvSpPr>
          <p:spPr>
            <a:xfrm>
              <a:off x="5982800" y="4176113"/>
              <a:ext cx="1627200" cy="382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lang="en-GB" sz="667">
                  <a:solidFill>
                    <a:srgbClr val="434343"/>
                  </a:solidFill>
                  <a:latin typeface="Plus Jakarta Sans"/>
                  <a:ea typeface="Plus Jakarta Sans"/>
                  <a:cs typeface="Plus Jakarta Sans"/>
                  <a:sym typeface="Plus Jakarta Sans"/>
                </a:rPr>
                <a:t>Saturn is a gas giant and has several rings</a:t>
              </a:r>
              <a:endParaRPr sz="667">
                <a:solidFill>
                  <a:srgbClr val="434343"/>
                </a:solidFill>
                <a:latin typeface="Plus Jakarta Sans"/>
                <a:ea typeface="Plus Jakarta Sans"/>
                <a:cs typeface="Plus Jakarta Sans"/>
                <a:sym typeface="Plus Jakarta San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awitPRO New Theme - 2026">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FFCCDD"/>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